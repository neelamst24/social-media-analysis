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57" r:id="rId3"/>
    <p:sldId id="259" r:id="rId4"/>
    <p:sldId id="260"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3A0D2B-E9F0-4A37-94FA-472E4CDC832F}" v="1" dt="2026-04-13T13:17:52.9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49" autoAdjust="0"/>
    <p:restoredTop sz="94660"/>
  </p:normalViewPr>
  <p:slideViewPr>
    <p:cSldViewPr snapToGrid="0">
      <p:cViewPr varScale="1">
        <p:scale>
          <a:sx n="47" d="100"/>
          <a:sy n="47" d="100"/>
        </p:scale>
        <p:origin x="102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lam Rajput" userId="3f03a5e57df722c8" providerId="LiveId" clId="{E75B93BF-19EF-43FE-AE5D-323DA3AD6BF8}"/>
    <pc:docChg chg="custSel modSld">
      <pc:chgData name="Neelam Rajput" userId="3f03a5e57df722c8" providerId="LiveId" clId="{E75B93BF-19EF-43FE-AE5D-323DA3AD6BF8}" dt="2026-04-13T13:20:43.293" v="85" actId="20577"/>
      <pc:docMkLst>
        <pc:docMk/>
      </pc:docMkLst>
      <pc:sldChg chg="addSp delSp modSp mod">
        <pc:chgData name="Neelam Rajput" userId="3f03a5e57df722c8" providerId="LiveId" clId="{E75B93BF-19EF-43FE-AE5D-323DA3AD6BF8}" dt="2026-04-13T13:20:43.293" v="85" actId="20577"/>
        <pc:sldMkLst>
          <pc:docMk/>
          <pc:sldMk cId="2582678942" sldId="268"/>
        </pc:sldMkLst>
        <pc:spChg chg="mod">
          <ac:chgData name="Neelam Rajput" userId="3f03a5e57df722c8" providerId="LiveId" clId="{E75B93BF-19EF-43FE-AE5D-323DA3AD6BF8}" dt="2026-04-13T13:20:43.293" v="85" actId="20577"/>
          <ac:spMkLst>
            <pc:docMk/>
            <pc:sldMk cId="2582678942" sldId="268"/>
            <ac:spMk id="2" creationId="{87E9477C-41BD-7EFD-61E7-14B1270A811D}"/>
          </ac:spMkLst>
        </pc:spChg>
        <pc:picChg chg="add mod">
          <ac:chgData name="Neelam Rajput" userId="3f03a5e57df722c8" providerId="LiveId" clId="{E75B93BF-19EF-43FE-AE5D-323DA3AD6BF8}" dt="2026-04-13T13:18:05.630" v="4" actId="14100"/>
          <ac:picMkLst>
            <pc:docMk/>
            <pc:sldMk cId="2582678942" sldId="268"/>
            <ac:picMk id="4" creationId="{A02B5814-4005-9CBB-E661-0DE7BF815861}"/>
          </ac:picMkLst>
        </pc:picChg>
        <pc:picChg chg="del">
          <ac:chgData name="Neelam Rajput" userId="3f03a5e57df722c8" providerId="LiveId" clId="{E75B93BF-19EF-43FE-AE5D-323DA3AD6BF8}" dt="2026-04-13T13:17:55.956" v="1" actId="478"/>
          <ac:picMkLst>
            <pc:docMk/>
            <pc:sldMk cId="2582678942" sldId="268"/>
            <ac:picMk id="8" creationId="{D5442183-F5C4-8CBE-E3A6-5332B3A26ADD}"/>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6T19:52:29.528"/>
    </inkml:context>
    <inkml:brush xml:id="br0">
      <inkml:brushProperty name="width" value="0.1" units="cm"/>
      <inkml:brushProperty name="height" value="0.1" units="cm"/>
      <inkml:brushProperty name="color" value="#FFFFFF"/>
    </inkml:brush>
  </inkml:definitions>
  <inkml:trace contextRef="#ctx0" brushRef="#br0">0 0 9830,'0'0'0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6T19:52:35.575"/>
    </inkml:context>
    <inkml:brush xml:id="br0">
      <inkml:brushProperty name="width" value="0.1" units="cm"/>
      <inkml:brushProperty name="height" value="0.1" units="cm"/>
      <inkml:brushProperty name="color" value="#FFFFFF"/>
    </inkml:brush>
  </inkml:definitions>
  <inkml:trace contextRef="#ctx0" brushRef="#br0">0 0 9830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6T19:52:47.616"/>
    </inkml:context>
    <inkml:brush xml:id="br0">
      <inkml:brushProperty name="width" value="0.1" units="cm"/>
      <inkml:brushProperty name="height" value="0.1" units="cm"/>
      <inkml:brushProperty name="color" value="#FFFFFF"/>
    </inkml:brush>
  </inkml:definitions>
  <inkml:trace contextRef="#ctx0" brushRef="#br0">2061 684 9830,'1'-1'13,"-1"1"0,0-1-1,0 0 1,1 0 0,-1 0 0,0 0 0,1 0-1,-1 1 1,1-1 0,-1 0 0,1 0 0,0 1-1,-1-1 1,1 0 0,0 1 0,-1-1-1,1 1 1,0-1 0,0 1 0,-1-1 0,1 1-1,0 0 1,0-1 0,0 1 0,0 0-1,1-1 1,31-6 754,-23 5-462,1044-177 4594,-943 158-4404,-74 12-262,0 2-1,1 2 1,74-2 0,-110 7-215,0 0 0,-1 0 1,1-1-1,0 2 0,-1-1 1,1 0-1,0 0 0,0 0 0,-1 1 1,1-1-1,0 1 0,-1 0 1,1-1-1,-1 1 0,1 0 1,-1 0-1,1 0 0,-1 0 0,0 0 1,1 0-1,-1 0 0,0 0 1,0 1-1,0-1 0,0 1 1,0-1-1,1 3 0,-2-2 6,0 0 0,-1 0 1,1-1-1,-1 1 0,1 0 0,-1 0 0,0 0 0,0-1 0,0 1 1,0 0-1,0-1 0,0 1 0,0-1 0,-1 1 0,1-1 0,0 0 1,-1 0-1,1 1 0,-1-1 0,0 0 0,1 0 0,-1 0 0,0-1 1,0 1-1,-2 1 0,-22 9 325,1-1 1,-2-1-1,-53 12 0,-90 5 850,158-25-1127,-417 51 2336,-325 45 18,570-71-2426,-1-7 0,-222-7 0,708-16 0,885 4 0,-1156-1 0,0-2 0,54-13 0,17-2 0,25-5 0,-8 2 0,-112 20 0,19-2 0,-19 2 0,-12 0 0,-754 2 0,290 0 0,305 3 0,-287 43 0,447-46 0,-69 11 0,-129 39 0,186-43 0,25-3 0,33-2 0,441-6 0,163 4 0,-388 20 0,57 1 0,-270-22 0,74-1 0,121-16 0,-217 14 0,42-6 0,1-2 0,85-26 0,-150 37 0,1 0 0,-1 0 0,0 0 0,0 0 0,0 0 0,0 0 0,0 0 0,0 0 0,0 0 0,1 0 0,-1 0 0,0 0 0,0 0 0,0 0 0,0 0 0,0 0 0,0 0 0,1 0 0,-1 0 0,0 0 0,0 0 0,0 0 0,0 0 0,0 0 0,0-1 0,0 1 0,0 0 0,0 0 0,1 0 0,-1 0 0,0 0 0,0 0 0,0 0 0,0 0 0,0 0 0,0-1 0,0 1 0,0 0 0,0 0 0,0 0 0,0 0 0,0 0 0,0 0 0,0-1 0,0 1 0,0 0 0,0 0 0,0 0 0,0 0 0,0 0 0,0 0 0,0 0 0,0-1 0,0 1 0,0 0 0,0 0 0,0 0 0,0 0 0,0 0 0,-1 0 0,1 0 0,0 0 0,0-1 0,0 1 0,-13-4 0,-25-4 0,34 8 0,-233-29 0,-98-18 0,122 8 0,169 34 0,1 2 0,-86 6 0,111-1 0,-1 0 0,1 1 0,0 1 0,1 1 0,-1 0 0,-32 16 0,49-21 0,0 1 0,-1 0 0,1-1 0,0 1 0,0 0 0,0 0 0,0 0 0,-1 0 0,1 0 0,1 0 0,-1 1 0,0-1 0,0 0 0,0 2 0,0-3 0,1 1 0,0-1 0,0 1 0,0 0 0,0-1 0,0 1 0,0-1 0,0 1 0,0-1 0,0 1 0,1-1 0,-1 1 0,0-1 0,0 1 0,0-1 0,1 1 0,-1-1 0,0 1 0,0-1 0,1 1 0,-1-1 0,0 0 0,1 1 0,-1-1 0,1 1 0,2 1 0,-1-1 0,1 1 0,0-1 0,0 0 0,-1 0 0,1 0 0,0 0 0,0 0 0,0 0 0,0-1 0,6 1 0,12-2 0,1-1 0,-1-1 0,27-7 0,19-2 0,34 3 0,123 6 0,-8 1 0,-157-3 0,103-22 0,-155 25 0,1-1 0,-1 0 0,1 0 0,-1 0 0,11-7 0,-17 9 0,1 0 0,0 0 0,-1-1 0,0 1 0,1 0 0,-1-1 0,0 1 0,1-1 0,-1 1 0,0-1 0,0 0 0,1-2 0,-2 3 0,0 1 0,0-1 0,0 0 0,1 0 0,-1 0 0,0 0 0,0 0 0,-1 0 0,1 0 0,0 0 0,0 0 0,0 0 0,-1 0 0,1 0 0,0 0 0,-1 1 0,1-1 0,-1 0 0,1 0 0,-1 0 0,1 1 0,-1-1 0,0 0 0,1 0 0,-1 1 0,-1-1 0,-4-4 0,0 0 0,-1 1 0,1 0 0,-1 0 0,0 1 0,0-1 0,-12-2 0,-56-12 0,-2 7 0,0 5 0,-148 5 0,111 4 0,-175 5 0,218-2 0,0 4 0,-73 18 0,66-7 0,1 3 0,-76 35 0,114-41 0,1 1 0,1 3 0,1 1 0,0 1 0,-49 46 0,79-65 0,1 0 0,0 0 0,1 1 0,-1-1 0,1 1 0,-5 10 0,8-15 0,1 0 0,-1 0 0,1 0 0,-1 0 0,1 1 0,0-1 0,0 0 0,0 0 0,-1 1 0,1-1 0,0 0 0,0 0 0,0 0 0,1 1 0,-1-1 0,0 0 0,0 0 0,1 0 0,-1 1 0,1-1 0,-1 0 0,1 0 0,-1 0 0,1 0 0,0 0 0,-1 0 0,1 0 0,0 0 0,0 0 0,0 0 0,0-1 0,0 1 0,0 0 0,0 0 0,0-1 0,0 1 0,0-1 0,0 1 0,0-1 0,1 1 0,-1-1 0,0 0 0,0 0 0,2 1 0,20 3 0,1 0 0,0-1 0,0-2 0,0 0 0,43-6 0,-4 2 0,82 2 0,-31 2 0,167-22 0,-246 17 0,-18 2 0,0-1 0,1 0 0,-1-1 0,22-8 0,-38 12 0,0-1 0,0 1 0,0-1 0,0 1 0,0-1 0,1 1 0,-1-1 0,0 0 0,0 1 0,-1-1 0,1 0 0,0 0 0,0 0 0,0 1 0,0-1 0,-1 0 0,1 0 0,0-2 0,-1 3 0,0-1 0,0 1 0,0-1 0,0 0 0,0 1 0,-1-1 0,1 1 0,0-1 0,-1 1 0,1-1 0,0 1 0,0 0 0,-1-1 0,1 1 0,-1-1 0,1 1 0,-1 0 0,1-1 0,0 1 0,-1 0 0,1-1 0,-1 1 0,1 0 0,-1 0 0,1 0 0,-2-1 0,-5-1 0,0 0 0,0 0 0,-1 0 0,-11 0 0,-33-3 0,-660-36 0,689 40 0,-1 0 0,0 1 0,0 1 0,0 2 0,1 0 0,-37 9 0,42-1 0,15-7 0,12-4 0,112-23 0,-78 17 0,-38 5 0,0 0 0,0 0 0,0 0 0,0 0 0,0-1 0,0 0 0,0 0 0,-1 0 0,7-4 0,-11 6 0,0 0 0,0-1 0,1 1 0,-1 0 0,0 0 0,0 0 0,0-1 0,0 1 0,1 0 0,-1 0 0,0 0 0,0-1 0,0 1 0,0 0 0,0 0 0,0-1 0,0 1 0,0 0 0,0 0 0,0-1 0,0 1 0,0 0 0,0 0 0,0-1 0,0 1 0,0 0 0,0 0 0,0-1 0,0 1 0,0 0 0,0 0 0,0 0 0,-1-1 0,1 1 0,0 0 0,0 0 0,0 0 0,0-1 0,0 1 0,-1 0 0,-13-9 0,-19-2 0,31 11 0,-71-16 0,-141-11 0,82 13 0,110 11 0,-54-7 0,1 2 0,-85 4 0,151 4 0,0 1 0,0 0 0,0 1 0,1 0 0,-1 0 0,1 1 0,-1 0 0,1 0 0,0 1 0,0 0 0,0 0 0,1 1 0,-10 7 0,12-6 0,-1-1 0,1 1 0,0 1 0,0-1 0,1 1 0,-1-1 0,2 1 0,-1 0 0,1 1 0,0-1 0,0 1 0,1-1 0,0 1 0,-2 15 0,3-11 0,0-1 0,0 1 0,1 0 0,0-1 0,1 1 0,1-1 0,4 22 0,-4-28 0,0 0 0,0 0 0,1 1 0,-1-1 0,1 0 0,0-1 0,1 1 0,-1-1 0,1 1 0,0-1 0,0 0 0,0 0 0,0-1 0,1 1 0,0-1 0,0 0 0,-1 0 0,7 2 0,6 1 0,0-1 0,1 0 0,-1-1 0,1-1 0,0-1 0,0 0 0,0-1 0,0-1 0,0-1 0,0-1 0,0 0 0,0-1 0,-1-1 0,1-1 0,-1 0 0,17-9 0,-10 4-22,7-2-51,-1-1 0,-1-2 0,0-1 0,34-25 0,-37 21-140,5-3-262,51-52 1,-75 68 399,0-1 0,0 0 0,-1 0 0,0-1 0,-1 1 0,0-2 0,0 1 0,-1 0 0,0-1 0,-1 0 0,0 0 0,2-10 0,-5 15 31,0 0 1,0 0 0,0 0-1,-1 0 1,0 0-1,1 0 1,-2 0 0,1 1-1,0-1 1,-1 0 0,0 1-1,0-1 1,-1 1-1,1 0 1,-1 0 0,0 0-1,0 0 1,0 0-1,0 1 1,-1-1 0,0 1-1,1 0 1,-1 0 0,-1 0-1,-6-4 1,-8-3 53,0 1 1,-1 0-1,0 1 1,-30-7-1,29 9 26,-123-29 200,128 33-205,0 0-1,0 0 1,0 2 0,0 0-1,0 0 1,-31 7-1,37-4-7,0 0-1,1 1 0,-1 1 0,1-1 0,0 1 1,0 1-1,1 0 0,-16 14 0,-2 5 67,-27 32 0,47-50-69,0 0 1,1 1 0,0-1 0,0 1 0,0 0 0,-3 10 0,7-16-14,0 0-1,1 0 1,-1 0-1,0 0 0,1 0 1,0 1-1,-1-1 1,1 0-1,0 0 1,0 0-1,0 1 1,1-1-1,-1 0 1,0 0-1,1 0 1,0 0-1,-1 0 1,1 0-1,0 0 1,0 0-1,0 0 0,0 0 1,0 0-1,1 0 1,-1 0-1,1-1 1,-1 1-1,1-1 1,-1 1-1,1-1 1,2 2-1,4 1 17,-1 0 0,1 0-1,0-1 1,0 0 0,1 0-1,-1-1 1,1 0 0,16 2 0,76-1 140,-71-4-130,264-5 335,-332 2-186,0-1 0,-63-20-1,-37-6 10,87 22-113,0 2-1,0 2 1,-54 3-1,95 3-59,0 0 0,0 1 0,0 1 0,1 0 0,-1 0 0,1 0 1,-12 7-1,18-8-12,0-1 0,1 1 1,-1 0-1,1 0 1,-1 0-1,1 0 0,0 0 1,0 0-1,0 1 1,0-1-1,0 1 0,-2 3 1,4-4-2,-1-1-1,1 1 1,-1 0 0,1 0 0,0-1-1,-1 1 1,1 0 0,0 0 0,0 0 0,0-1-1,1 1 1,-1 0 0,0 0 0,1-1 0,-1 1-1,1 0 1,0 0 0,-1-1 0,1 1-1,0-1 1,0 1 0,0-1 0,1 2 0,2 2 9,1 0 1,-1-1-1,1 0 1,0 0-1,0 0 1,0 0-1,1-1 1,-1 0-1,1 0 1,-1-1-1,1 1 1,0-1-1,7 1 1,14 4-4,44 4 0,-67-10-11,49 5 0,0-3 0,0-1 0,57-7 0,-101 4-4,-1 0 0,0 0 0,0-1 1,0 0-1,0-1 0,-1 0 0,15-7 1,-20 9-18,0 0 0,0-1 1,-1 1-1,1 0 0,-1-1 1,1 1-1,-1-1 0,1 1 1,-1-1-1,0 0 0,0 1 1,1-1-1,-1 0 0,-1 0 1,1 0-1,0 0 0,0 0 1,-1 0-1,1 0 0,-1 0 1,0 0-1,1 0 0,-1 0 1,0 0-1,0 0 0,0 0 0,-1 0 1,1 0-1,0-1 0,-1 1 1,1 0-1,-1 0 0,0 0 1,-1-2-1,-3-5-57,1 2 0,-1-1-1,-1 0 1,0 1 0,0 0 0,0 0-1,-1 1 1,1 0 0,-2 0 0,1 0-1,-1 1 1,0 0 0,-8-3 0,-10-5 59,-1 2 1,-50-15-1,22 10 65,-166-44 132,167 48-132,0 3-1,-66-3 1,91 10-25,10 0-2,-1 1 1,0 1-1,-28 4 0,44-4-15,0 1 1,0 0-1,1-1 1,-1 1-1,0 1 0,0-1 1,1 1-1,-1-1 1,1 1-1,-1 0 1,1 0-1,0 0 0,0 1 1,0-1-1,0 1 1,0 0-1,1 0 1,-1 0-1,1 0 1,0 0-1,0 0 0,0 1 1,-2 3-1,0 6 13,1 1 0,0-1-1,1 1 1,0 0 0,1 0-1,1 15 1,8 84 72,-8-110-88,1 8 9,1 0 1,0 0 0,1 0-1,0 0 1,0-1-1,1 1 1,1-1-1,0 0 1,0 0 0,1 0-1,0-1 1,0 0-1,13 13 1,-18-21-11,0 0 1,0 0-1,0 0 1,0 0-1,1 0 1,-1 0-1,0-1 1,1 1-1,-1 0 1,0-1-1,1 1 1,-1-1-1,1 0 1,-1 1-1,1-1 1,-1 0-1,1 0 1,-1 0-1,0 0 1,1 0-1,-1 0 1,3-1-1,-2 0-19,0 0 0,1 0-1,-1 0 1,0 0-1,-1-1 1,1 1 0,0-1-1,0 1 1,-1-1-1,1 0 1,-1 1 0,1-1-1,0-2 1,4-6-73,-1 1 0,-1-1 0,1 0 0,-2 0 0,4-11 0,-4 9-4,-1 0-1,0 0 1,0-1 0,-1 1 0,0 0 0,-1-1 0,-1 1 0,-3-20 0,3 26 63,-1-1 1,0 1 0,0-1-1,-1 1 1,0 0 0,0 0-1,0 0 1,-1 1-1,0-1 1,0 1 0,0 0-1,0 0 1,-1 0 0,0 0-1,0 1 1,-1 0 0,-6-5-1,10 8 39,1 0-1,-1 0 1,0 0 0,1 0-1,-1 0 1,0 0 0,0 0-1,0 0 1,0 1-1,0-1 1,0 1 0,0-1-1,0 1 1,0 0-1,0 0 1,0 0 0,0 0-1,0 0 1,0 0-1,0 1 1,0-1 0,-4 2-1,6-1-2,0-1 0,-1 1 1,1 0-1,0 0 0,0-1 0,-1 1 0,1 0 0,0 0 0,0-1 0,0 1 0,0 0 0,0 0 0,0-1 0,0 1 1,1 0-1,-1 0 0,0-1 0,0 1 0,1 0 0,-1-1 0,0 1 0,1 0 0,-1-1 0,0 1 0,1 0 1,-1-1-1,1 1 0,-1-1 0,1 1 0,-1 0 0,1-1 0,0 0 0,-1 1 0,1-1 0,0 1 0,0-1 1,28 21 63,-28-20-61,5 2 4,0 1 1,0-1-1,0-1 0,0 1 1,0-1-1,1 0 1,-1 0-1,1-1 0,8 1 1,-13-2-18,-1 0 1,1 0 0,0 0 0,-1 0 0,1 0-1,0-1 1,-1 1 0,1-1 0,-1 1-1,1-1 1,-1 1 0,1-1 0,-1 0 0,1 0-1,-1 0 1,0 0 0,3-2 0,-3 2-16,0-1 1,0 0-1,0 0 1,0 0-1,0 0 1,0 0-1,0 0 1,-1 0-1,1-1 1,-1 1-1,0 0 1,0 0-1,1 0 1,-1 0-1,-1-1 1,1 1-1,-1-3 1,-3-15-119,-1-1 0,-1 1 1,0 0-1,-2 0 0,-1 1 1,0 0-1,-1 1 0,-14-19 1,24 37 141,0-1 0,0 1 0,-1-1 1,1 0-1,0 1 0,-1-1 0,1 1 0,0-1 1,-1 1-1,1-1 0,-1 1 0,1-1 1,-1 1-1,1 0 0,-1-1 0,1 1 0,-1 0 1,0-1-1,1 1 0,-1 0 0,1 0 0,-1-1 1,0 1-1,1 0 0,-1 0 0,0 0 1,1 0-1,-2 0 0,1 1 3,0-1 0,1 1-1,-1 0 1,1 0 0,-1-1 0,1 1 0,-1 0-1,1 0 1,0 0 0,-1 0 0,1 0 0,0 0-1,0 0 1,0 0 0,0 0 0,-1 1-1,3 46 148,3-27-95,0 1 0,2-1 1,0-1-1,1 1 0,1-1 0,18 29 0,-21-39-34,0 0 1,1-1-1,0 0 1,1 0-1,0 0 0,0-1 1,1 0-1,0-1 1,0 0-1,1 0 1,0-1-1,0 0 0,0-1 1,13 5-1,-21-9-26,0 0 0,1-1-1,-1 1 1,0 0-1,1-1 1,-1 1 0,0-1-1,1 0 1,-1 0 0,0 0-1,1 0 1,-1 0 0,0-1-1,1 1 1,-1-1 0,0 1-1,1-1 1,-1 0 0,0 0-1,0 0 1,0 0 0,0 0-1,0 0 1,0-1-1,0 1 1,0-1 0,0 1-1,0-1 1,-1 0 0,1 0-1,-1 1 1,0-1 0,1 0-1,-1-1 1,0 1 0,0 0-1,0 0 1,0 0 0,-1-1-1,1 1 1,0-3 0,1-4-65,-1 0 0,0-1 0,-1 1 1,0-1-1,0 1 0,-1-1 1,0 1-1,0-1 0,-4-10 1,-12-28-386,-3 1 1,-49-88-1,51 102 256,17 30 186,-1 0 0,1 0-1,-1 0 1,0 0 0,0 1 0,0-1 0,0 0 0,0 1 0,-1 0 0,-3-3 0,6 5 14,-1 0 0,1 0 0,0-1 0,0 1-1,-1 0 1,1 0 0,0 0 0,-1 0 0,1 0 0,0 0 0,0 0 0,-1 0 0,1 0 0,0 1 0,-1-1 0,1 0-1,0 0 1,0 0 0,-1 0 0,1 0 0,0 0 0,0 0 0,-1 1 0,1-1 0,0 0 0,0 0 0,-1 0-1,1 1 1,0-1 0,0 0 0,0 0 0,0 1 0,-1-1 0,1 0 0,0 1 0,-5 22 103,5-5-43,0-1-1,2 1 1,0-1 0,0 1-1,9 24 1,31 82 258,-38-115-250,0 0 0,1 0 0,0-1 0,0 0 0,1 0 0,0 0 0,13 12 0,58 44 267,-31-28-200,-25-17 15,41 26 0,-57-42-129,-1 0 0,0 0-1,0 1 1,0-1 0,0 1-1,3 4 1,-7-7-19,1-1 1,-1 1-1,1-1 1,-1 1-1,0-1 0,1 1 1,-1-1-1,0 1 1,0 0-1,1-1 1,-1 1-1,0 0 1,0-1-1,0 1 1,0 0-1,0-1 0,0 1 1,0 0-1,0-1 1,0 1-1,0 0 1,-1 0-1,1 0 1,-1-1 1,0 1-1,1 0 0,-1 0 0,0-1 1,0 1-1,0-1 0,0 1 0,1-1 0,-1 1 1,0-1-1,0 0 0,0 1 0,0-1 0,0 0 1,0 0-1,0 1 0,0-1 0,-2 0 0,-6 0 32,1 0 0,-1 0-1,1-1 1,-1 0 0,1 0-1,0-1 1,-15-5 0,-60-28 187,49 19-112,-174-67 430,207 83-540,-6-2 20,1 0-1,0-1 0,0 1 0,1-1 1,-1 0-1,1-1 0,-1 0 0,-7-6 1,13 10-20,0-1 1,-1 1-1,1-1 1,0 1-1,-1 0 1,1-1 0,0 1-1,0-1 1,0 1-1,0 0 1,-1-1-1,1 1 1,0-1 0,0 1-1,0-1 1,0 1-1,0-1 1,0 1-1,0-1 1,0 1 0,0-1-1,0 1 1,0-1-1,1 1 1,-1 0-1,0-1 1,0 1 0,0-1-1,1 1 1,-1-1-1,0 1 1,0 0-1,1-1 1,-1 1 0,0 0-1,1-1 1,-1 1-1,0 0 1,1-1-1,-1 1 1,1 0 0,-1 0-1,0-1 1,1 1-1,-1 0 1,1 0-1,-1 0 1,1 0 0,-1 0-1,1 0 1,30-8 107,-26 7-77,355-54 1284,-49 9-1501,-101 7-463,252-41 562,-317 61 196,176 1 1,-261 15-61,86-15 1,-85 9 5,78-2 1,358 12 223,-467-1-261,-1-2 1,0-2-1,1 0 0,-1-2 0,29-10 1,-51 11 9,-17 2-6,-19 0 9,-17 4 37,-81 12 0,35-1-11,-388 10 29,92-8-93,-303 12 4,-2-25 0,332-3 0,356 2 0,-2 1 0,1-1 0,-1 0 0,0-1 0,1 0 0,-1 0 0,0 0 0,-8-4 0,15 5 0,-1 0 0,1 0 0,-1 0 0,1-1 0,-1 1 0,1 0 0,-1-1 0,1 1 0,-1 0 0,1-1 0,0 1 0,-1 0 0,1-1 0,0 1 0,-1-1 0,1 1 0,0-1 0,-1 1 0,1-1 0,0 1 0,0-1 0,0 1 0,0-1 0,-1 1 0,1-1 0,0 1 0,0-1 0,0 0 0,0 1 0,0-1 0,0 1 0,0-1 0,0 1 0,1-1 0,-1 1 0,0-1 0,0 0 0,0 1 0,1-1 0,-1 1 0,0 0 0,0-1 0,1 1 0,-1-1 0,0 1 0,1-1 0,-1 1 0,1 0 0,-1-1 0,1 0 0,24-19 0,-23 19 0,48-27-361,2 1-1,1 3 1,61-20 0,-12 5-452,60-30-130,-23 9 54,152-43 0,-257 94 974,0 2 0,1 2 0,54-2 1,105 11 356,-60 0-195,-75-4-63,1 3-1,64 11 1,-42-1 87,120 2 1,85-16 390,-117-1-322,207 2 346,-310 4-547,-62-3-120,0-1 0,0 1-1,0 0 1,0 1-1,0-1 1,0 1-1,0 0 1,-1 1 0,1-1-1,5 5 1,-9-7-15,-1 1 0,0-1 1,0 1-1,0-1 0,0 0 1,0 1-1,-1-1 0,1 1 1,0-1-1,0 1 1,0-1-1,0 1 0,0-1 1,0 0-1,-1 1 0,1-1 1,0 1-1,0-1 0,-1 0 1,1 1-1,0-1 0,-1 0 1,1 1-1,0-1 0,-1 0 1,1 1-1,-1-1 0,1 0 1,0 0-1,-1 0 0,1 1 1,-1-1-1,1 0 0,0 0 1,-1 0-1,1 0 0,-1 0 1,1 0-1,-1 0 0,0 0 1,-26 10 83,24-9-67,-33 9 103,0-3 1,0 0-1,-58 2 1,-18 2-87,-81 28-38,-200 68 0,65-14 0,-61-3 0,-238 65 0,231-65 0,321-81 0,0-3 0,-140-7 0,80-2 0,126 3-2,-1 0 0,0-1 1,0 0-1,1-1 0,-1 0 1,-12-5-1,20 7-13,1-1 0,-1 1 0,0-1-1,1 0 1,-1 0 0,1 0 0,-1 0 0,1 0 0,-1 0 0,1 0-1,0 0 1,-1 0 0,1-1 0,0 1 0,0-1 0,0 1 0,0-1-1,0 1 1,1-1 0,-1 1 0,0-1 0,1 0 0,-1 1-1,1-1 1,-1 0 0,1 0 0,0 1 0,0-1 0,0 0 0,0 0-1,0 1 1,0-1 0,0 0 0,1 0 0,-1 1 0,1-1 0,-1 0-1,1 1 1,-1-1 0,1 0 0,0 1 0,0-1 0,1-1 0,3-3-9,-1-1 0,1 1 1,0 1-1,0-1 0,0 1 1,1 0-1,0 0 1,0 0-1,0 1 0,1 0 1,-1 0-1,1 1 0,0 0 1,9-3-1,15-4 98,65-13-1,-77 19-86,321-42 243,5 27-53,-164 11-96,742-24 224,-587 24-216,93-24-72,-394 28-17,0-2 0,0-1 0,46-17 0,-81 24 0,1 0 0,-1 0 0,0 0 0,0 0 0,0 0 0,0 0 0,0 0 0,0 0 0,1 0 0,-1 0 0,0 0 0,0 0 0,0 0 0,0 0 0,0 0 0,1 0 0,-1 0 0,0 0 0,0 0 0,0 0 0,0 0 0,0 0 0,0 0 0,0-1 0,0 1 0,1 0 0,-1 0 0,0 0 0,0 0 0,0 0 0,0 0 0,0 0 0,0-1 0,0 1 0,0 0 0,0 0 0,0 0 0,0 0 0,0 0 0,0 0 0,0-1 0,0 1 0,0 0 0,0 0 0,0 0 0,0 0 0,0 0 0,0 0 0,0-1 0,0 1 0,0 0 0,0 0 0,0 0 0,0 0 0,0 0 0,-10-3 0,-17 0 0,-272 4 0,127 0 0,-171 19 0,100-2 0,76-7 0,2 7 0,0 8 0,-213 61 0,318-72 0,28-7 0,-56 20 0,71-17 0,17-11 0,0 0 0,0 1 0,0-1 0,0 0 0,0 0 0,0 0 0,-1 1 0,1-1 0,0 0 0,0 0 0,0 1 0,0-1 0,0 0 0,0 0 0,1 0 0,-1 1 0,0-1 0,0 0 0,0 0 0,0 0 0,0 1 0,0-1 0,0 0 0,0 0 0,0 0 0,1 1 0,-1-1 0,0 0 0,0 0 0,0 0 0,0 0 0,0 1 0,1-1 0,-1 0 0,0 0 0,0 0 0,0 0 0,1 0 0,-1 0 0,0 0 0,1 0 0,36 7 0,56-4 0,119 9 0,611 105 0,-66-8 0,-733-107 0,0 1 0,1 1 0,30 8 0,-54-12 0,0 1 0,1-1 0,-1 0 0,0 1 0,1-1 0,-1 1 0,0-1 0,0 1 0,0 0 0,1-1 0,-1 1 0,0 0 0,0 0 0,0 0 0,0 0 0,1 2 0,-2-3 0,0 1 0,0-1 0,-1 1 0,1-1 0,0 1 0,0-1 0,0 0 0,-1 1 0,1-1 0,0 1 0,-1-1 0,1 0 0,0 1 0,-1-1 0,1 0 0,-1 1 0,1-1 0,0 0 0,-1 1 0,1-1 0,-1 0 0,1 0 0,-1 0 0,1 1 0,-1-1 0,1 0 0,-2 0 0,-47 9 0,6-8 0,0-3 0,-64-9 0,24 1 0,-109-11 0,-198-49 0,294 50 0,-1 4 0,-1 5 0,-171 1 0,256 10 0,0 0 0,0 2 0,0-1 0,-17 5 0,28-5 0,1-1 0,0 0 0,0 0 0,0 1 0,0-1 0,0 1 0,0-1 0,0 1 0,0-1 0,0 1 0,0 0 0,0-1 0,1 1 0,-1 0 0,0 0 0,0 0 0,1 0 0,-1-1 0,0 1 0,0 2 0,1-2 0,0 0 0,0 0 0,0-1 0,0 1 0,0 0 0,0 0 0,0 0 0,1-1 0,-1 1 0,0 0 0,1 0 0,-1 0 0,0-1 0,1 1 0,-1 0 0,1-1 0,-1 1 0,1 0 0,-1-1 0,2 2 0,3 2 0,1 1 0,-1-1 0,1-1 0,0 1 0,8 3 0,59 29 0,-27-13 0,1-2 0,50 16 0,-92-36 0,1 0 0,0 0 0,-1 0 0,1-1 0,11 0 0,-16 0 0,-1 0 0,0 0 0,1 0 0,-1 0 0,1 0 0,-1 0 0,0 0 0,1 0 0,-1 0 0,0 0 0,1-1 0,-1 1 0,0 0 0,1 0 0,-1 0 0,0 0 0,1-1 0,-1 1 0,0 0 0,1 0 0,-1-1 0,0 1 0,0 0 0,1 0 0,-1-1 0,0 1 0,0 0 0,0-1 0,1 1 0,-1 0 0,0-1 0,0 0 0,-1 0 0,1 0 0,-1 0 0,0 0 0,1 0 0,-1 0 0,0 0 0,0 0 0,0 0 0,0 0 0,0 0 0,0 0 0,-1 0 0,1 1 0,0-1 0,-1 0 0,-9-4 0,0 0 0,1 0 0,-2 1 0,1 0 0,0 1 0,-1 1 0,-16-2 0,-88-3 0,87 7 0,6-1 0,-200 3 0,209-1 0,1 2 0,0-1 0,-1 1 0,1 1 0,0 1 0,1 0 0,-1 0 0,1 1 0,0 1 0,1 0 0,-1 1 0,-17 15 0,21-16 0,1 0 0,0 1 0,0 0 0,0 0 0,1 0 0,1 1 0,0 0 0,0 0 0,0 0 0,1 1 0,0 0 0,1-1 0,0 1 0,1 0 0,0 1 0,1-1 0,-1 13 0,2-17 0,1-1 0,0 1 0,0-1 0,0 1 0,1-1 0,-1 0 0,1 0 0,1 0 0,-1 0 0,1 0 0,0 0 0,0 0 0,0-1 0,0 0 0,1 1 0,0-1 0,0-1 0,0 1 0,9 6 0,5 2 0,1 0 0,1-2 0,30 13 0,-49-23 0,63 28 0,2-4 0,1-2 0,1-4 0,0-2 0,1-4 0,0-2 0,125 1 0,-178-12-20,0 0 1,0-2 0,-1 1 0,1-2-1,-1 0 1,1-1 0,-1 0-1,15-9 1,-25 12-18,0-1 0,0 1 1,-1-1-1,1 0 0,-1-1 0,0 1 0,0-1 0,0 1 0,0-1 1,-1-1-1,1 1 0,-1 0 0,0-1 0,0 1 0,-1-1 1,0 0-1,1 0 0,-1 0 0,-1 0 0,1-1 0,-1 1 0,0 0 1,0-1-1,-1 1 0,0-1 0,0 1 0,0-6 0,-1 3-4,-1 1-1,0-1 1,0 1-1,-1 0 1,0 0-1,0 0 1,-1 0-1,0 1 1,0-1-1,0 1 1,-1 0-1,0 0 1,0 0-1,0 1 1,-1 0-1,0 0 1,0 0-1,0 1 1,0 0-1,-1 0 1,0 0-1,-11-3 1,-4-2 61,0 1 0,-1 2 0,0 0 0,-1 1 0,1 1 0,-26 0 0,9 0 27,-1 3-1,0 0 0,0 3 1,-64 11-1,97-11-38,0 0 0,0 1-1,0 0 1,0 1 0,0 0 0,1 0-1,-10 7 1,15-10-5,0 0 1,0 1-1,1-1 0,-1 1 0,1-1 0,-1 1 0,1-1 0,-1 1 0,1 0 1,0 0-1,0 0 0,0 0 0,0 0 0,0 0 0,0 0 0,1 0 0,-1 0 1,0 0-1,1 0 0,0 0 0,0 1 0,0-1 0,0 0 0,0 0 1,0 0-1,0 1 0,0-1 0,1 0 0,-1 0 0,1 0 0,0 0 0,1 3 1,2 2 7,0-1 1,1 0-1,0 0 1,0 0 0,0-1-1,1 1 1,0-1-1,0-1 1,11 8 0,67 33 111,-66-36-96,77 36 74,2-4 1,1-5-1,2-4 0,2-4 0,0-5 0,1-4 0,120 6 0,-208-24-92,60 0 32,-70-2-37,0 1 1,0-1 0,0 0 0,0 0 0,-1-1 0,1 1 0,0-1 0,-1 0-1,1 0 1,-1-1 0,0 1 0,5-5 0,-8 7-3,0-1 0,-1 1 0,1-1 0,0 0 0,0 0 0,-1 1-1,1-1 1,0 0 0,-1 0 0,1 0 0,-1 0 0,1 0 0,-1 0 0,1 0 0,-1 0 0,0 0 0,1 0 0,-1 0 0,0 0 0,0 0 0,0 0 0,0 0 0,0 0 0,0-2-1,-1 1 3,1 1-1,-1-1 0,0 1 0,0 0 0,0-1 0,0 1 0,0 0 1,0-1-1,0 1 0,0 0 0,-1 0 0,1 0 0,0 0 0,-3-1 1,-5-3 20,-1 0 0,0 1 1,-19-6-1,29 10-22,-76-23 32,0 4 0,-1 3 0,-1 3 0,0 4 0,-1 3 0,-133 8 1,208-2-35,-1 0 0,0 1 0,1 0 0,-1 0 0,1 0 0,-1 1 0,1-1 0,0 1 0,-1 0 0,-5 4 0,9-5 0,0 0 0,0 0 0,0 1 0,0-1 0,0 0 0,0 0 0,0 0 0,1 1 0,-1-1 0,1 1 0,-1-1 0,1 0 0,-1 1 0,1-1 0,0 1 0,-1-1 0,1 1 0,0-1 0,0 1 0,0-1 0,0 0 0,1 1 0,-1-1 0,0 1 0,1-1 0,-1 1 0,0-1 0,1 0 0,0 1 0,-1-1 0,1 0 0,0 1 0,0-1 0,0 0 0,0 0 0,1 2 0,9 10 0,0-1 0,0 0 0,1 0 0,0-1 0,1-1 0,15 10 0,88 49 0,-93-57 0,1-1 0,0-1 0,1-1 0,0-1 0,0-1 0,0-2 0,1 0 0,0-1 0,43-1 0,-65-2 0,1-1 0,0-1 0,0 1 0,0-1 0,-1 1 0,1-2 0,0 1 0,-1 0 0,1-1 0,-1 0 0,8-3 0,-12 4 0,0 1 0,0 0 0,1-1 0,-1 1 0,0 0 0,0 0 0,1-1 0,-1 1 0,0 0 0,0-1 0,0 1 0,1-1 0,-1 1 0,0 0 0,0-1 0,0 1 0,0 0 0,0-1 0,0 1 0,0-1 0,0 1 0,0 0 0,0-1 0,0 1 0,0-1 0,0 1 0,0 0 0,0-1 0,-1 1 0,1 0 0,0-1 0,0 1 0,0 0 0,-1-1 0,1 1 0,0-1 0,-13-11 0,10 10 0,-33-25-452,-2 2 1,-54-27 0,-3-3-193,45 24 656,-79-35 0,110 57 8,-1 1 0,-1 1-1,1 2 1,-1 0 0,0 0-1,0 2 1,-30-1 0,45 5-14,1 0 0,-1-1 0,1 2 0,-1-1 0,1 1 0,-1 0 0,1 0 0,-5 3 0,9-5-4,0 0 0,0 1 0,0-1-1,0 0 1,0 1 0,0-1 0,0 1-1,0-1 1,1 1 0,-1 0 0,0-1-1,0 1 1,0 0 0,1-1 0,-1 1-1,1 0 1,-1 0 0,0 0 0,1 0-1,0 0 1,-1-1 0,1 1 0,-1 0-1,1 0 1,0 0 0,0 0 0,0 0-1,-1 0 1,1 0 0,0 0 0,0 0-1,0 0 1,0 0 0,1 0 0,-1 0-1,0 0 1,0 0 0,1 0 0,-1 0-1,0 0 1,1 0 0,-1 0 0,1 0-1,-1 0 1,1 0 0,0-1 0,-1 1-1,2 1 1,-1-1-3,-1-1 0,1 1-1,0-1 1,-1 1 0,1-1 0,0 1-1,0-1 1,0 1 0,-1-1 0,1 0 0,0 1-1,0-1 1,0 0 0,0 0 0,0 1-1,0-1 1,0 0 0,-1 0 0,1 0-1,0 0 1,0 0 0,0-1 0,0 1 0,0 0-1,0 0 1,0 0 0,-1-1 0,1 1-1,0-1 1,0 1 0,0 0 0,-1-1-1,1 0 1,0 1 0,0-1 0,-1 1 0,1-1-1,0 0 1,-1 1 0,1-1 0,-1 0-1,1 0 1,-1 1 0,0-1 0,1-1-1,3-4-59,-1 1 0,0-1 1,0 0-1,-1 0 0,3-9 0,-4 11 33,1-1-1,-1 0 1,0 0 0,0 0 0,-1-1 0,1 1 0,-1 0 0,0 0 0,-1 0 0,1 0 0,-1 0 0,0 0-1,0 0 1,-1 0 0,-3-8 0,5 13 29,0 0 1,0-1-1,0 1 0,0 0 1,0 0-1,0 0 0,-1-1 0,1 1 1,0 0-1,0 0 0,0 0 1,0-1-1,0 1 0,-1 0 0,1 0 1,0 0-1,0 0 0,0 0 1,-1 0-1,1-1 0,0 1 0,0 0 1,-1 0-1,1 0 0,0 0 1,0 0-1,-1 0 0,1 0 1,0 0-1,0 0 0,0 0 0,-1 0 1,1 0-1,0 0 0,0 0 1,-1 0-1,1 1 0,-5 8 31,3 15 17,6-8-21,0 0 1,0 0 0,2 0-1,0-1 1,9 18 0,46 70 94,-49-85-90,0 0 0,1-1 0,1-1 0,24 23 0,-17-22-26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6T19:53:04.568"/>
    </inkml:context>
    <inkml:brush xml:id="br0">
      <inkml:brushProperty name="width" value="0.1" units="cm"/>
      <inkml:brushProperty name="height" value="0.1" units="cm"/>
      <inkml:brushProperty name="color" value="#FFFFFF"/>
    </inkml:brush>
  </inkml:definitions>
  <inkml:trace contextRef="#ctx0" brushRef="#br0">638 674 9830,'47'-8'1366,"-12"0"-802,15 0 584,83-23-1,-106 26-713,0 1 0,0 2 0,1 0 0,-1 2 0,30 3 0,16-1 512,371-2 4788,-439 0-5651,-2 0-34,0 0 0,-1-1 0,1 1 0,0 1 0,-1-1 0,1 0 0,0 1 1,-1-1-1,1 1 0,-1 0 0,1 0 0,-1 0 0,1 0 0,1 1 0,-4-1-35,1-1 0,-1 0 1,0 1-1,0-1 0,0 0 0,0 0 0,0 1 0,-1-1 1,1 0-1,0 1 0,0-1 0,0 0 0,0 0 0,0 1 1,0-1-1,0 0 0,0 0 0,-1 1 0,1-1 0,0 0 1,0 0-1,0 0 0,0 1 0,-1-1 0,1 0 0,0 0 1,0 0-1,-1 0 0,1 1 0,0-1 0,0 0 0,-1 0 1,1 0-1,0 0 0,0 0 0,-1 0 0,1 0 0,-1 0 1,-13 6 282,12-5-234,-29 9 101,0-1-1,0-2 0,-1-1 0,0-2 0,0 0 0,-59-3 1,-710-2-164,834 3 0,0 0 0,0 3 0,0 0 0,31 11 0,127 47 0,-168-55 0,269 108 0,-163-63 0,-105-43 0,0-1 0,1-2 0,0 0 0,0-1 0,1-2 0,0-1 0,47 1 0,-48-6 0,42-8 0,-44 5 0,0 1 0,28 0 0,352 5 0,-477 0 0,-168-6 0,202 2 0,1-2 0,0-2 0,0-1 0,-39-14 0,76 21 0,-1 0 0,1 0 0,0 0 0,-1 0 0,1 0 0,0 0 0,0 0 0,0-1 0,0 1 0,0-1 0,1 0 0,-3-2 0,4 4 0,0 0 0,0-1 0,0 1 0,-1 0 0,1 0 0,0-1 0,0 1 0,0 0 0,0-1 0,0 1 0,0 0 0,0 0 0,0-1 0,0 1 0,0 0 0,0-1 0,0 1 0,0 0 0,0-1 0,0 1 0,0 0 0,1 0 0,-1-1 0,0 1 0,0 0 0,0 0 0,0-1 0,0 1 0,1 0 0,-1 0 0,0-1 0,1 1 0,18-6 0,31 2 0,86 5 0,-47 1 0,-108-2 0,-46-1 0,0 3 0,0 2 0,-116 25 0,142-18 0,1 3 0,-64 31 0,-67 49 0,49-25 0,11-9 0,-200 102 0,227-123 0,-160 49 0,187-73 0,-65 8 0,111-22 0,1 0 1,-1-1-1,0 0 1,0 0-1,1-1 1,-1 0-1,1 0 1,-1-1-1,1 0 1,-16-6-1,21 6-39,-1 0-1,1 0 0,0 0 0,0 0 0,-1 0 0,2-1 0,-1 1 0,0-1 0,1 0 1,-1 0-1,1 0 0,0 0 0,0 0 0,0 0 0,0-1 0,0 1 0,1-1 0,-1 1 1,1-1-1,0 1 0,1-1 0,-1 0 0,0 0 0,1 1 0,0-1 0,0 0 0,0-4 1,3-11-326,1-1 0,1 0 1,0 1-1,1 0 0,1 1 1,1-1-1,19-31 1,-17 32 78,0-1 0,-1 0 0,-1 0 0,-1-1 0,0 0 0,-2 0 0,4-24 0,-8 20-73,-2 17 277,1 0 0,1 0 0,-1 0 0,1 0 0,1 0 0,2-9 0,-4 14 94,1 1-1,0 0 1,0-1 0,-1 1 0,1 0 0,0 0 0,0 0-1,0 0 1,0 0 0,1 0 0,-1 0 0,0 0 0,0 0-1,0 1 1,1-1 0,-1 0 0,0 1 0,1-1 0,-1 1-1,0-1 1,1 1 0,-1 0 0,1 0 0,-1-1 0,1 1-1,-1 0 1,1 0 0,-1 1 0,1-1 0,-1 0 0,0 0-1,1 1 1,-1-1 0,1 1 0,-1-1 0,2 2 0,19 6 190,-1 2 0,0 0 0,-1 2 0,22 14 1,43 25 380,-75-47-519,-1 0 0,1 0 0,0-1 0,0 0 0,0 0 0,1-1 0,11 0 0,-20-1-69,0-1 1,0 0-1,-1-1 0,1 1 1,0 0-1,0 0 0,0-1 1,-1 1-1,1-1 1,0 0-1,-1 1 0,1-1 1,0 0-1,-1 0 1,1 0-1,-1 0 0,1 0 1,-1-1-1,0 1 0,1 0 1,-1-1-1,0 1 1,0-1-1,0 1 0,0-1 1,0 1-1,0-1 1,0 0-1,-1 1 0,1-1 1,-1 0-1,1 0 0,-1-2 1,3-8-181,-2-1 0,0 1 1,0-1-1,-2-13 0,1-10-146,1 25 223,0-7-81,1 0 0,0 0-1,2 0 1,0 0 0,1 1-1,12-29 1,-17 44 200,1 1 0,0 0 0,-1 0 1,1 0-1,0 0 0,0 0 0,-1 0 0,1 0 0,0 0 0,0 0 1,0 0-1,0 0 0,0 1 0,0-1 0,1 0 0,-1 1 1,0-1-1,0 1 0,0-1 0,1 1 0,-1 0 0,0-1 1,1 1-1,-1 0 0,0 0 0,0 0 0,1 0 0,-1 0 0,0 0 1,1 0-1,-1 1 0,0-1 0,0 0 0,1 1 0,-1-1 1,0 1-1,1 0 0,6 3 87,-1 0 1,0 1-1,-1 0 0,13 12 1,-1-1 58,13 10 104,-25-19-187,1-1 1,1 0-1,-1 0 1,1 0-1,-1-1 1,2-1-1,-1 1 1,14 5-1,-20-10-75,-1 0 0,0 0 0,0 0 1,0 0-1,1 0 0,-1 0 0,0 0 0,0 0 0,0 0 0,1-1 0,-1 1 0,0 0 1,0-1-1,0 1 0,0-1 0,0 1 0,0-1 0,0 0 0,0 0 0,0 1 0,0-1 1,0 0-1,0 0 0,0 0 0,0 0 0,-1 0 0,1 0 0,0 0 0,-1 0 0,1 0 1,-1 0-1,1 0 0,-1 0 0,0 0 0,1-1 0,-1 1 0,0 0 0,0 0 0,0-3 1,2-7-152,-1 0 1,0 0 0,-2-15 0,1 17 89,-2-10-211,0 1 0,-7-27-1,6 31 135,0 0-1,0 0 1,1-1 0,1 1-1,1-20 1,0 34 146,0-1 0,0 1 1,1-1-1,-1 1 0,0-1 0,0 1 1,0 0-1,0-1 0,1 1 0,-1 0 0,0-1 1,0 1-1,1-1 0,-1 1 0,0 0 1,1 0-1,-1-1 0,0 1 0,1 0 1,-1 0-1,0-1 0,1 1 0,-1 0 1,1 0-1,-1 0 0,1 0 0,-1 0 1,0-1-1,1 1 0,-1 0 0,1 0 0,-1 0 1,1 0-1,-1 0 0,0 0 0,1 0 1,-1 1-1,1-1 0,-1 0 0,1 0 1,-1 0-1,0 0 0,1 0 0,-1 1 1,0-1-1,1 0 0,-1 0 0,1 1 0,-1-1 1,1 1-1,24 15 321,-22-13-261,43 34 644,55 58 1,-68-61-409,2-2 0,1-1 0,45 30 1,-81-61-301,0 0 0,0 1 1,0-1-1,0 0 0,0 0 1,0 0-1,0 0 0,0 0 1,0 0-1,0 0 0,0 0 1,0 1-1,0-1 0,0 0 1,1 0-1,-1 0 1,0 0-1,0 0 0,0 0 1,0 0-1,0 0 0,0 0 1,0 0-1,0 0 0,1 0 1,-1 0-1,0 0 0,0 0 1,0 0-1,0 0 1,0 0-1,0 0 0,0 0 1,1 0-1,-1 0 0,0 0 1,0 0-1,0 0 0,0 0 1,0 0-1,0 0 0,0 0 1,1 0-1,-1 0 1,0 0-1,0 0 0,0 0 1,0 0-1,0 0 0,0 0 1,0 0-1,0-1 0,0 1 1,0 0-1,0 0 0,1 0 1,-1 0-1,0 0 0,0 0 1,0 0-1,0 0 1,0 0-1,0-1 0,0 1 1,-5-10-145,-11-15-379,-22-27-436,-175-243-3046,24-14 1078,154 237 1778,-36-106 0,131 310 4531,-10-24-1751,119 362 3996,-156-428-4910,1-1 1,32 63-1,-39-91-535,0-1 0,1 0 1,1 0-1,0 0 0,0-1 1,1-1-1,1 1 0,0-2 1,0 1-1,1-2 0,20 13 1,7-3-171,1-1 1,0-2 0,1-2 0,0-1-1,80 10 1,218 2-23,-132-20-711,0-10 0,259-39 0,23-53-4066,-379 67 3328,-1-5 0,141-67 1,-143 50-1085,180-121 1,-281 169 2552,-1 2 85,0-1-1,1 0 1,-2 0 0,1 0 0,0-1-1,5-7 1,-9 11-77,-1 0-1,1 0 1,-1 0-1,1-1 1,-1 1-1,1 0 1,-1 0-1,0-1 1,0 1-1,1 0 1,-1-1-1,0 1 1,0 0-1,-1-1 1,1 1-1,0 0 1,0-1-1,-1 1 1,1 0-1,0-1 1,-1 1-1,0 0 1,1 0 0,-1 0-1,0-1 1,1 1-1,-1 0 1,0 0-1,0 0 1,0 0-1,0 0 1,0 1-1,0-1 1,0 0-1,-2-1 1,-31-25 209,2-1 1,1-2-1,-31-39 1,52 56-254,6 6 57,0 1 1,-1 0 0,0 1-1,0-1 1,0 1-1,0 0 1,-1 0-1,0 0 1,-10-5-1,15 10-13,0 0 0,0 0-1,1 0 1,-1 0 0,0 0-1,0 1 1,1-1-1,-1 0 1,0 1 0,1-1-1,-1 0 1,0 1-1,1-1 1,-1 1 0,0-1-1,1 1 1,-1-1 0,1 1-1,-1 0 1,1-1-1,-1 1 1,1 0 0,-1-1-1,1 1 1,0 0 0,-1-1-1,1 1 1,0 0-1,0 1 1,-9 26 403,8-26-384,-72 344 4816,69-325-4571,1 0-1,0 1 1,2 0-1,0-1 1,2 1-1,0 0 0,2-1 1,0 1-1,1-1 1,1 0-1,1 0 1,1 0-1,1-1 1,1 0-1,1-1 0,0 0 1,1 0-1,27 32 1,-14-21 166,2-2 1,36 31 0,-51-49-353,0-1 0,1-1 0,0 0 0,1 0 0,0-1 0,0-1 0,0 0 0,1-1 0,14 4 0,-98-43-586,-12 7-502,0 3 1,-88-13-1,22 18 1341,129 18-299,1 1 1,-1 0 0,0 2 0,1 0 0,-35 8 0,46-7-25,0 0 0,1 0 0,-1 0 0,1 1 0,0 0 0,0 0 0,0 1 0,0 0 0,1 0 0,-1 0 0,1 1 0,-6 9 0,-5 7 81,2 2 0,-13 26-1,4-5 42,13-27-73,-77 125 435,73-123-419,-1 0 1,-1 0-1,-1-2 1,-30 27-1,46-45-90,1 0 0,0 0-1,0 1 1,0-1 0,0 0 0,-1 0-1,1 1 1,0-1 0,0 0 0,-1 0-1,1 0 1,0 1 0,0-1 0,-1 0-1,1 0 1,0 0 0,0 0-1,-1 0 1,1 0 0,0 1 0,-1-1-1,1 0 1,0 0 0,-1 0 0,1 0-1,0 0 1,-1 0 0,1 0 0,0 0-1,-1 0 1,1-1 0,0 1 0,-1 0-1,3-11-83,10-14-400,125-255-4428,-74 144 3190,-32 75 515,32-96-1,-54 127 681,-2 0 0,-1-1 0,-1 0 0,-2 1 0,0-50 0,-4 67 382,1 10 112,-1-1 0,1 0 0,0 0 0,0 1 0,0-1 0,0 0 0,1 1 0,-1-1 0,1 0 0,0 1 0,0-1 0,1 1 0,1-6 0,9 7 695,-12 2-660,1 1 1,-1-1-1,1 0 1,-1 0 0,1 0-1,-1 0 1,1 0-1,-1 0 1,1 0-1,-1 0 1,1 0-1,-1 0 1,1 0 0,-1 0-1,1-1 1,-1 1-1,1 0 1,-1 0-1,0 0 1,1-1 0,-1 1-1,1 0 1,-1-1-1,1 1 1,-1 0-1,0-1 1,1 1-1,-1 0 1,0-1 0,1 1-1,-1-1 1,0 1-1,0 0 1,1-2-1,53-123-487,-9 17 253,-45 106 635,-4 5-68,-13 12 173,-19 20 129,-8 12 922,-69 98 1,-23 63 1317,-29 43-168,58-91-207,99-149-2272,0-1 0,-19 17 0,24-24-234,0 0 1,0-1 0,0 1 0,-1-1-1,1 0 1,-1 0 0,1 0-1,-1 0 1,0-1 0,0 0-1,1 1 1,-1-1 0,-7 0 0,11-1-5,-1 1 0,0-1 0,0 0 0,1 0 0,-1 0 1,0 0-1,0 0 0,1 0 0,-1-1 0,0 1 0,0 0 0,1 0 1,-1 0-1,0-1 0,1 1 0,-1 0 0,0-1 0,1 1 1,-1-1-1,0 1 0,1-1 0,-1 1 0,1-1 0,-1 1 0,1-1 1,-1 1-1,0-2 0,1 1-16,0-1 0,0 1 0,0 0 0,0 0 1,0 0-1,0-1 0,0 1 0,0 0 0,1 0 0,-1 0 0,0-1 1,1 1-1,-1 0 0,1 0 0,0-1 0,3-4-68,-1 1 0,1 0 0,-1 0-1,1 1 1,8-8 0,9-2 14,0 1 0,1 0-1,1 2 1,0 0 0,1 2 0,25-7-1,61-27 322,-97 37-225,1-1 0,-1-1 0,-1 0 0,0-1 0,21-19 0,-16 8-425,-2 0-1,0-1 1,-1-1-1,-2 0 1,15-33-1,-19 38 241,-4 8 17,19-44-579,-22 51 706,0-1 0,-1 1 1,1 0-1,-1 0 0,1 0 1,-1-1-1,0 1 0,0 0 0,0 0 1,0-1-1,0 1 0,-1 0 1,1 0-1,0 0 0,-1-1 0,0 1 1,0 0-1,1 0 0,-1 0 1,0 0-1,-2-2 0,2 3 30,-1 0-1,1 0 1,0 0-1,-1 1 1,1-1 0,-1 1-1,1-1 1,-1 1-1,1-1 1,-1 1-1,1 0 1,-1 0 0,1 0-1,-1 0 1,1 0-1,-1 0 1,1 0-1,-1 0 1,1 0 0,-1 1-1,1-1 1,-1 1-1,1-1 1,0 1-1,-1 0 1,-1 0-1,-2 2 28,-1 0 0,1 0-1,0 1 1,0-1-1,-6 6 1,-22 23 355,-51 37 0,73-60-323,2 0-56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6T19:53:09.709"/>
    </inkml:context>
    <inkml:brush xml:id="br0">
      <inkml:brushProperty name="width" value="0.1" units="cm"/>
      <inkml:brushProperty name="height" value="0.1" units="cm"/>
      <inkml:brushProperty name="color" value="#FFFFFF"/>
    </inkml:brush>
  </inkml:definitions>
  <inkml:trace contextRef="#ctx0" brushRef="#br0">0 0 9830,'0'0'0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558FE6-D837-4E60-8A26-E62F52A0C61E}"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0D6411-2E0E-43F0-82B0-4E0F7258ABB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197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558FE6-D837-4E60-8A26-E62F52A0C61E}"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0D6411-2E0E-43F0-82B0-4E0F7258ABBC}" type="slidenum">
              <a:rPr lang="en-IN" smtClean="0"/>
              <a:t>‹#›</a:t>
            </a:fld>
            <a:endParaRPr lang="en-IN"/>
          </a:p>
        </p:txBody>
      </p:sp>
    </p:spTree>
    <p:extLst>
      <p:ext uri="{BB962C8B-B14F-4D97-AF65-F5344CB8AC3E}">
        <p14:creationId xmlns:p14="http://schemas.microsoft.com/office/powerpoint/2010/main" val="1044705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558FE6-D837-4E60-8A26-E62F52A0C61E}"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0D6411-2E0E-43F0-82B0-4E0F7258ABB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8718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558FE6-D837-4E60-8A26-E62F52A0C61E}" type="datetimeFigureOut">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0D6411-2E0E-43F0-82B0-4E0F7258ABBC}" type="slidenum">
              <a:rPr lang="en-IN" smtClean="0"/>
              <a:t>‹#›</a:t>
            </a:fld>
            <a:endParaRPr lang="en-IN"/>
          </a:p>
        </p:txBody>
      </p:sp>
    </p:spTree>
    <p:extLst>
      <p:ext uri="{BB962C8B-B14F-4D97-AF65-F5344CB8AC3E}">
        <p14:creationId xmlns:p14="http://schemas.microsoft.com/office/powerpoint/2010/main" val="4014887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558FE6-D837-4E60-8A26-E62F52A0C61E}" type="datetimeFigureOut">
              <a:rPr lang="en-IN" smtClean="0"/>
              <a:t>09-04-2026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A0D6411-2E0E-43F0-82B0-4E0F7258ABBC}" type="slidenum">
              <a:rPr lang="en-IN" smtClean="0"/>
              <a:t>‹#›</a:t>
            </a:fld>
            <a:endParaRPr lang="en-IN"/>
          </a:p>
        </p:txBody>
      </p:sp>
    </p:spTree>
    <p:extLst>
      <p:ext uri="{BB962C8B-B14F-4D97-AF65-F5344CB8AC3E}">
        <p14:creationId xmlns:p14="http://schemas.microsoft.com/office/powerpoint/2010/main" val="3267134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558FE6-D837-4E60-8A26-E62F52A0C61E}" type="datetimeFigureOut">
              <a:rPr lang="en-IN" smtClean="0"/>
              <a:t>09-04-2026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A0D6411-2E0E-43F0-82B0-4E0F7258ABBC}" type="slidenum">
              <a:rPr lang="en-IN" smtClean="0"/>
              <a:t>‹#›</a:t>
            </a:fld>
            <a:endParaRPr lang="en-IN"/>
          </a:p>
        </p:txBody>
      </p:sp>
    </p:spTree>
    <p:extLst>
      <p:ext uri="{BB962C8B-B14F-4D97-AF65-F5344CB8AC3E}">
        <p14:creationId xmlns:p14="http://schemas.microsoft.com/office/powerpoint/2010/main" val="249757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3558FE6-D837-4E60-8A26-E62F52A0C61E}" type="datetimeFigureOut">
              <a:rPr lang="en-IN" smtClean="0"/>
              <a:t>09-04-2026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BA0D6411-2E0E-43F0-82B0-4E0F7258ABBC}" type="slidenum">
              <a:rPr lang="en-IN" smtClean="0"/>
              <a:t>‹#›</a:t>
            </a:fld>
            <a:endParaRPr lang="en-IN"/>
          </a:p>
        </p:txBody>
      </p:sp>
    </p:spTree>
    <p:extLst>
      <p:ext uri="{BB962C8B-B14F-4D97-AF65-F5344CB8AC3E}">
        <p14:creationId xmlns:p14="http://schemas.microsoft.com/office/powerpoint/2010/main" val="2111040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3558FE6-D837-4E60-8A26-E62F52A0C61E}" type="datetimeFigureOut">
              <a:rPr lang="en-IN" smtClean="0"/>
              <a:t>09-04-2026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A0D6411-2E0E-43F0-82B0-4E0F7258ABBC}" type="slidenum">
              <a:rPr lang="en-IN" smtClean="0"/>
              <a:t>‹#›</a:t>
            </a:fld>
            <a:endParaRPr lang="en-IN"/>
          </a:p>
        </p:txBody>
      </p:sp>
    </p:spTree>
    <p:extLst>
      <p:ext uri="{BB962C8B-B14F-4D97-AF65-F5344CB8AC3E}">
        <p14:creationId xmlns:p14="http://schemas.microsoft.com/office/powerpoint/2010/main" val="15518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558FE6-D837-4E60-8A26-E62F52A0C61E}" type="datetimeFigureOut">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0D6411-2E0E-43F0-82B0-4E0F7258ABBC}" type="slidenum">
              <a:rPr lang="en-IN" smtClean="0"/>
              <a:t>‹#›</a:t>
            </a:fld>
            <a:endParaRPr lang="en-IN"/>
          </a:p>
        </p:txBody>
      </p:sp>
    </p:spTree>
    <p:extLst>
      <p:ext uri="{BB962C8B-B14F-4D97-AF65-F5344CB8AC3E}">
        <p14:creationId xmlns:p14="http://schemas.microsoft.com/office/powerpoint/2010/main" val="3618863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558FE6-D837-4E60-8A26-E62F52A0C61E}"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0D6411-2E0E-43F0-82B0-4E0F7258ABBC}" type="slidenum">
              <a:rPr lang="en-IN" smtClean="0"/>
              <a:t>‹#›</a:t>
            </a:fld>
            <a:endParaRPr lang="en-IN"/>
          </a:p>
        </p:txBody>
      </p:sp>
    </p:spTree>
    <p:extLst>
      <p:ext uri="{BB962C8B-B14F-4D97-AF65-F5344CB8AC3E}">
        <p14:creationId xmlns:p14="http://schemas.microsoft.com/office/powerpoint/2010/main" val="1761833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558FE6-D837-4E60-8A26-E62F52A0C61E}"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0D6411-2E0E-43F0-82B0-4E0F7258ABBC}" type="slidenum">
              <a:rPr lang="en-IN" smtClean="0"/>
              <a:t>‹#›</a:t>
            </a:fld>
            <a:endParaRPr lang="en-IN"/>
          </a:p>
        </p:txBody>
      </p:sp>
    </p:spTree>
    <p:extLst>
      <p:ext uri="{BB962C8B-B14F-4D97-AF65-F5344CB8AC3E}">
        <p14:creationId xmlns:p14="http://schemas.microsoft.com/office/powerpoint/2010/main" val="3600624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3558FE6-D837-4E60-8A26-E62F52A0C61E}" type="datetimeFigureOut">
              <a:rPr lang="en-IN" smtClean="0"/>
              <a:t>09-04-2026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A0D6411-2E0E-43F0-82B0-4E0F7258ABBC}"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482842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rjerispeaks.blogspot.com/"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hyperlink" Target="https://creativecommons.org/licenses/by-nc/3.0/"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customXml" Target="../ink/ink3.xml"/><Relationship Id="rId10" Type="http://schemas.openxmlformats.org/officeDocument/2006/relationships/image" Target="../media/image10.png"/><Relationship Id="rId4" Type="http://schemas.openxmlformats.org/officeDocument/2006/relationships/customXml" Target="../ink/ink2.xml"/><Relationship Id="rId9" Type="http://schemas.openxmlformats.org/officeDocument/2006/relationships/customXml" Target="../ink/ink5.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A7C4-7A5D-5B14-2629-FF77CE0B5E38}"/>
              </a:ext>
            </a:extLst>
          </p:cNvPr>
          <p:cNvSpPr>
            <a:spLocks noGrp="1"/>
          </p:cNvSpPr>
          <p:nvPr>
            <p:ph type="ctrTitle"/>
          </p:nvPr>
        </p:nvSpPr>
        <p:spPr>
          <a:xfrm>
            <a:off x="883920" y="914400"/>
            <a:ext cx="10820400" cy="1889760"/>
          </a:xfrm>
        </p:spPr>
        <p:txBody>
          <a:bodyPr>
            <a:normAutofit/>
          </a:bodyPr>
          <a:lstStyle/>
          <a:p>
            <a:pPr algn="ctr"/>
            <a:r>
              <a:rPr lang="en-IN" sz="7200" dirty="0">
                <a:solidFill>
                  <a:srgbClr val="002060"/>
                </a:solidFill>
                <a:latin typeface="Arial Rounded MT Bold" panose="020F0704030504030204" pitchFamily="34" charset="0"/>
              </a:rPr>
              <a:t>Social Media Analysis </a:t>
            </a:r>
          </a:p>
        </p:txBody>
      </p:sp>
      <p:sp>
        <p:nvSpPr>
          <p:cNvPr id="3" name="Subtitle 2">
            <a:extLst>
              <a:ext uri="{FF2B5EF4-FFF2-40B4-BE49-F238E27FC236}">
                <a16:creationId xmlns:a16="http://schemas.microsoft.com/office/drawing/2014/main" id="{2DD6B9B0-B3F8-89E6-068C-E7FC33AA617E}"/>
              </a:ext>
            </a:extLst>
          </p:cNvPr>
          <p:cNvSpPr>
            <a:spLocks noGrp="1"/>
          </p:cNvSpPr>
          <p:nvPr>
            <p:ph type="subTitle" idx="1"/>
          </p:nvPr>
        </p:nvSpPr>
        <p:spPr>
          <a:xfrm>
            <a:off x="1759237" y="1956620"/>
            <a:ext cx="8673427" cy="3272234"/>
          </a:xfrm>
          <a:ln>
            <a:noFill/>
          </a:ln>
        </p:spPr>
        <p:txBody>
          <a:bodyPr/>
          <a:lstStyle/>
          <a:p>
            <a:br>
              <a:rPr lang="en-IN" dirty="0"/>
            </a:br>
            <a:br>
              <a:rPr lang="en-IN" dirty="0"/>
            </a:br>
            <a:br>
              <a:rPr lang="en-IN" dirty="0"/>
            </a:br>
            <a:r>
              <a:rPr lang="en-IN" dirty="0"/>
              <a:t>                                                               </a:t>
            </a:r>
            <a:br>
              <a:rPr lang="en-IN" dirty="0"/>
            </a:br>
            <a:r>
              <a:rPr lang="en-IN" dirty="0"/>
              <a:t>                                                         </a:t>
            </a:r>
            <a:br>
              <a:rPr lang="en-IN" dirty="0"/>
            </a:br>
            <a:br>
              <a:rPr lang="en-IN" dirty="0"/>
            </a:br>
            <a:r>
              <a:rPr lang="en-IN" dirty="0"/>
              <a:t>                                                           by Neelam Rajput </a:t>
            </a:r>
          </a:p>
        </p:txBody>
      </p:sp>
      <p:pic>
        <p:nvPicPr>
          <p:cNvPr id="10" name="Picture 9">
            <a:extLst>
              <a:ext uri="{FF2B5EF4-FFF2-40B4-BE49-F238E27FC236}">
                <a16:creationId xmlns:a16="http://schemas.microsoft.com/office/drawing/2014/main" id="{01755FE6-0BEE-1F84-8B47-B1F490D2646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259791" y="2923923"/>
            <a:ext cx="4693919" cy="3389948"/>
          </a:xfrm>
          <a:prstGeom prst="rect">
            <a:avLst/>
          </a:prstGeom>
        </p:spPr>
      </p:pic>
      <p:sp>
        <p:nvSpPr>
          <p:cNvPr id="11" name="TextBox 10">
            <a:extLst>
              <a:ext uri="{FF2B5EF4-FFF2-40B4-BE49-F238E27FC236}">
                <a16:creationId xmlns:a16="http://schemas.microsoft.com/office/drawing/2014/main" id="{409AA370-59AD-086C-75CB-D495035962AC}"/>
              </a:ext>
            </a:extLst>
          </p:cNvPr>
          <p:cNvSpPr txBox="1"/>
          <p:nvPr/>
        </p:nvSpPr>
        <p:spPr>
          <a:xfrm>
            <a:off x="3291840" y="6682739"/>
            <a:ext cx="8046720" cy="229879"/>
          </a:xfrm>
          <a:prstGeom prst="rect">
            <a:avLst/>
          </a:prstGeom>
          <a:noFill/>
        </p:spPr>
        <p:txBody>
          <a:bodyPr wrap="square" rtlCol="0">
            <a:spAutoFit/>
          </a:bodyPr>
          <a:lstStyle/>
          <a:p>
            <a:r>
              <a:rPr lang="en-IN" sz="900">
                <a:hlinkClick r:id="rId3" tooltip="https://drjerispeaks.blogspot.com/"/>
              </a:rPr>
              <a:t>This Photo</a:t>
            </a:r>
            <a:r>
              <a:rPr lang="en-IN" sz="900"/>
              <a:t> by Unknown Author is licensed under </a:t>
            </a:r>
            <a:r>
              <a:rPr lang="en-IN" sz="900">
                <a:hlinkClick r:id="rId4" tooltip="https://creativecommons.org/licenses/by-nc/3.0/"/>
              </a:rPr>
              <a:t>CC BY-NC</a:t>
            </a:r>
            <a:endParaRPr lang="en-IN" sz="900"/>
          </a:p>
        </p:txBody>
      </p:sp>
    </p:spTree>
    <p:extLst>
      <p:ext uri="{BB962C8B-B14F-4D97-AF65-F5344CB8AC3E}">
        <p14:creationId xmlns:p14="http://schemas.microsoft.com/office/powerpoint/2010/main" val="1165044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15F94-7D50-E6DE-BB4F-BF75A831F0FF}"/>
              </a:ext>
            </a:extLst>
          </p:cNvPr>
          <p:cNvSpPr>
            <a:spLocks noGrp="1"/>
          </p:cNvSpPr>
          <p:nvPr>
            <p:ph type="title"/>
          </p:nvPr>
        </p:nvSpPr>
        <p:spPr>
          <a:xfrm>
            <a:off x="1097280" y="286603"/>
            <a:ext cx="10058400" cy="963077"/>
          </a:xfrm>
        </p:spPr>
        <p:txBody>
          <a:bodyPr>
            <a:normAutofit/>
          </a:bodyPr>
          <a:lstStyle/>
          <a:p>
            <a:pPr lvl="0" algn="ctr">
              <a:spcBef>
                <a:spcPts val="0"/>
              </a:spcBef>
            </a:pPr>
            <a:r>
              <a:rPr lang="en-US" sz="4400" b="1" dirty="0">
                <a:solidFill>
                  <a:schemeClr val="dk2"/>
                </a:solidFill>
                <a:latin typeface="Century Gothic"/>
                <a:ea typeface="Century Gothic"/>
                <a:cs typeface="Century Gothic"/>
                <a:sym typeface="Century Gothic"/>
              </a:rPr>
              <a:t>ABOUT META</a:t>
            </a:r>
            <a:endParaRPr lang="en-US" sz="8800" b="1" dirty="0">
              <a:solidFill>
                <a:schemeClr val="dk2"/>
              </a:solidFill>
              <a:latin typeface="Century Gothic"/>
              <a:ea typeface="Century Gothic"/>
              <a:cs typeface="Century Gothic"/>
              <a:sym typeface="Century Gothic"/>
            </a:endParaRPr>
          </a:p>
        </p:txBody>
      </p:sp>
      <p:sp>
        <p:nvSpPr>
          <p:cNvPr id="3" name="Content Placeholder 2">
            <a:extLst>
              <a:ext uri="{FF2B5EF4-FFF2-40B4-BE49-F238E27FC236}">
                <a16:creationId xmlns:a16="http://schemas.microsoft.com/office/drawing/2014/main" id="{D8ACF72E-8029-7BC6-B3C8-9BEDC34778E9}"/>
              </a:ext>
            </a:extLst>
          </p:cNvPr>
          <p:cNvSpPr>
            <a:spLocks noGrp="1"/>
          </p:cNvSpPr>
          <p:nvPr>
            <p:ph idx="1"/>
          </p:nvPr>
        </p:nvSpPr>
        <p:spPr>
          <a:xfrm>
            <a:off x="1097280" y="1845733"/>
            <a:ext cx="10058400" cy="4725663"/>
          </a:xfrm>
        </p:spPr>
        <p:txBody>
          <a:bodyPr>
            <a:normAutofit/>
          </a:bodyPr>
          <a:lstStyle/>
          <a:p>
            <a:pPr marL="0" indent="0">
              <a:lnSpc>
                <a:spcPct val="100000"/>
              </a:lnSpc>
              <a:spcBef>
                <a:spcPts val="0"/>
              </a:spcBef>
              <a:spcAft>
                <a:spcPts val="0"/>
              </a:spcAft>
              <a:buClr>
                <a:schemeClr val="lt1"/>
              </a:buClr>
              <a:buSzPts val="1800"/>
              <a:buNone/>
            </a:pPr>
            <a:r>
              <a:rPr lang="en-US" dirty="0">
                <a:solidFill>
                  <a:srgbClr val="262626"/>
                </a:solidFill>
                <a:ea typeface="Calibri"/>
                <a:cs typeface="Calibri"/>
                <a:sym typeface="Calibri"/>
              </a:rPr>
              <a:t>Meta is a leading technology company focused on building innovative digital experiences that connect people, communities, and businesses globally. Its ecosystem—including Facebook, Instagram, WhatsApp, and Reality Labs—empowers billions to share, create, and explore immersive digital worlds.</a:t>
            </a:r>
            <a:br>
              <a:rPr lang="en-US" dirty="0">
                <a:solidFill>
                  <a:srgbClr val="262626"/>
                </a:solidFill>
                <a:ea typeface="Calibri"/>
                <a:cs typeface="Calibri"/>
                <a:sym typeface="Calibri"/>
              </a:rPr>
            </a:br>
            <a:br>
              <a:rPr lang="en-US" dirty="0">
                <a:solidFill>
                  <a:srgbClr val="262626"/>
                </a:solidFill>
                <a:ea typeface="Calibri"/>
                <a:cs typeface="Calibri"/>
                <a:sym typeface="Calibri"/>
              </a:rPr>
            </a:br>
            <a:endParaRPr lang="en-US" dirty="0"/>
          </a:p>
          <a:p>
            <a:pPr marL="0" lvl="0" indent="0">
              <a:lnSpc>
                <a:spcPct val="100000"/>
              </a:lnSpc>
              <a:spcBef>
                <a:spcPts val="0"/>
              </a:spcBef>
              <a:spcAft>
                <a:spcPts val="0"/>
              </a:spcAft>
              <a:buClr>
                <a:schemeClr val="lt1"/>
              </a:buClr>
              <a:buSzPts val="1800"/>
              <a:buNone/>
            </a:pPr>
            <a:br>
              <a:rPr lang="en-US" b="1" u="sng" dirty="0">
                <a:latin typeface="Comic Sans MS"/>
                <a:ea typeface="Comic Sans MS"/>
                <a:cs typeface="Comic Sans MS"/>
                <a:sym typeface="Comic Sans MS"/>
              </a:rPr>
            </a:br>
            <a:br>
              <a:rPr lang="en-US" b="1" u="sng" dirty="0">
                <a:latin typeface="Comic Sans MS"/>
                <a:ea typeface="Comic Sans MS"/>
                <a:cs typeface="Comic Sans MS"/>
                <a:sym typeface="Comic Sans MS"/>
              </a:rPr>
            </a:br>
            <a:br>
              <a:rPr lang="en-US" b="1" u="sng" dirty="0">
                <a:latin typeface="Comic Sans MS"/>
                <a:ea typeface="Comic Sans MS"/>
                <a:cs typeface="Comic Sans MS"/>
                <a:sym typeface="Comic Sans MS"/>
              </a:rPr>
            </a:br>
            <a:endParaRPr lang="en-IN" dirty="0"/>
          </a:p>
        </p:txBody>
      </p:sp>
      <p:pic>
        <p:nvPicPr>
          <p:cNvPr id="4" name="Google Shape;73;p14">
            <a:extLst>
              <a:ext uri="{FF2B5EF4-FFF2-40B4-BE49-F238E27FC236}">
                <a16:creationId xmlns:a16="http://schemas.microsoft.com/office/drawing/2014/main" id="{DBE0C8A4-EC1E-4B08-A73B-0423A7E48714}"/>
              </a:ext>
            </a:extLst>
          </p:cNvPr>
          <p:cNvPicPr preferRelativeResize="0"/>
          <p:nvPr/>
        </p:nvPicPr>
        <p:blipFill rotWithShape="1">
          <a:blip r:embed="rId2">
            <a:alphaModFix/>
          </a:blip>
          <a:srcRect l="2394" r="1819"/>
          <a:stretch/>
        </p:blipFill>
        <p:spPr>
          <a:xfrm>
            <a:off x="1350905" y="3076165"/>
            <a:ext cx="8789150" cy="3004595"/>
          </a:xfrm>
          <a:prstGeom prst="rect">
            <a:avLst/>
          </a:prstGeom>
          <a:noFill/>
          <a:ln>
            <a:noFill/>
          </a:ln>
        </p:spPr>
      </p:pic>
    </p:spTree>
    <p:extLst>
      <p:ext uri="{BB962C8B-B14F-4D97-AF65-F5344CB8AC3E}">
        <p14:creationId xmlns:p14="http://schemas.microsoft.com/office/powerpoint/2010/main" val="1740981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2F39A-190C-8EBB-6451-50D0F6E5178B}"/>
              </a:ext>
            </a:extLst>
          </p:cNvPr>
          <p:cNvSpPr>
            <a:spLocks noGrp="1"/>
          </p:cNvSpPr>
          <p:nvPr>
            <p:ph type="title"/>
          </p:nvPr>
        </p:nvSpPr>
        <p:spPr/>
        <p:txBody>
          <a:bodyPr/>
          <a:lstStyle/>
          <a:p>
            <a:pPr algn="ctr"/>
            <a:r>
              <a:rPr lang="en-US" u="sng" dirty="0">
                <a:latin typeface="Comic Sans MS"/>
                <a:ea typeface="Comic Sans MS"/>
                <a:cs typeface="Comic Sans MS"/>
                <a:sym typeface="Comic Sans MS"/>
              </a:rPr>
              <a:t>AGENDA</a:t>
            </a:r>
            <a:endParaRPr lang="en-IN" dirty="0"/>
          </a:p>
        </p:txBody>
      </p:sp>
      <p:sp>
        <p:nvSpPr>
          <p:cNvPr id="3" name="Content Placeholder 2">
            <a:extLst>
              <a:ext uri="{FF2B5EF4-FFF2-40B4-BE49-F238E27FC236}">
                <a16:creationId xmlns:a16="http://schemas.microsoft.com/office/drawing/2014/main" id="{6E6DF0E0-F12A-D8A1-9945-20311C97A9F1}"/>
              </a:ext>
            </a:extLst>
          </p:cNvPr>
          <p:cNvSpPr>
            <a:spLocks noGrp="1"/>
          </p:cNvSpPr>
          <p:nvPr>
            <p:ph idx="1"/>
          </p:nvPr>
        </p:nvSpPr>
        <p:spPr/>
        <p:txBody>
          <a:bodyPr/>
          <a:lstStyle/>
          <a:p>
            <a:pPr indent="-342900">
              <a:lnSpc>
                <a:spcPct val="150000"/>
              </a:lnSpc>
              <a:buClrTx/>
              <a:buSzPts val="1800"/>
              <a:buFont typeface="Wingdings" panose="05000000000000000000" pitchFamily="2" charset="2"/>
              <a:buChar char="v"/>
            </a:pPr>
            <a:r>
              <a:rPr lang="en-US" dirty="0">
                <a:latin typeface="Comic Sans MS"/>
                <a:ea typeface="Comic Sans MS"/>
                <a:cs typeface="Comic Sans MS"/>
                <a:sym typeface="Comic Sans MS"/>
              </a:rPr>
              <a:t>Problem Statement</a:t>
            </a:r>
          </a:p>
          <a:p>
            <a:pPr indent="-342900">
              <a:lnSpc>
                <a:spcPct val="150000"/>
              </a:lnSpc>
              <a:buClrTx/>
              <a:buSzPts val="1800"/>
              <a:buFont typeface="Wingdings" panose="05000000000000000000" pitchFamily="2" charset="2"/>
              <a:buChar char="v"/>
            </a:pPr>
            <a:r>
              <a:rPr lang="en-US" dirty="0">
                <a:latin typeface="Comic Sans MS"/>
                <a:ea typeface="Comic Sans MS"/>
                <a:cs typeface="Comic Sans MS"/>
                <a:sym typeface="Comic Sans MS"/>
              </a:rPr>
              <a:t>Data Description</a:t>
            </a:r>
          </a:p>
          <a:p>
            <a:pPr indent="-342900">
              <a:lnSpc>
                <a:spcPct val="150000"/>
              </a:lnSpc>
              <a:buClrTx/>
              <a:buSzPts val="1800"/>
              <a:buFont typeface="Wingdings" panose="05000000000000000000" pitchFamily="2" charset="2"/>
              <a:buChar char="v"/>
            </a:pPr>
            <a:r>
              <a:rPr lang="en-US" dirty="0">
                <a:latin typeface="Comic Sans MS"/>
                <a:ea typeface="Comic Sans MS"/>
                <a:cs typeface="Comic Sans MS"/>
                <a:sym typeface="Comic Sans MS"/>
              </a:rPr>
              <a:t>Key Metrics and Visualizations</a:t>
            </a:r>
          </a:p>
          <a:p>
            <a:pPr indent="-342900">
              <a:lnSpc>
                <a:spcPct val="150000"/>
              </a:lnSpc>
              <a:buClrTx/>
              <a:buSzPts val="1800"/>
              <a:buFont typeface="Wingdings" panose="05000000000000000000" pitchFamily="2" charset="2"/>
              <a:buChar char="v"/>
            </a:pPr>
            <a:r>
              <a:rPr lang="en-US" dirty="0">
                <a:latin typeface="Comic Sans MS"/>
                <a:ea typeface="Comic Sans MS"/>
                <a:cs typeface="Comic Sans MS"/>
                <a:sym typeface="Comic Sans MS"/>
              </a:rPr>
              <a:t>User Segmentation</a:t>
            </a:r>
          </a:p>
          <a:p>
            <a:pPr indent="-342900">
              <a:lnSpc>
                <a:spcPct val="150000"/>
              </a:lnSpc>
              <a:spcAft>
                <a:spcPts val="1600"/>
              </a:spcAft>
              <a:buClr>
                <a:schemeClr val="bg2"/>
              </a:buClr>
              <a:buSzPts val="1800"/>
              <a:buFont typeface="Wingdings" panose="05000000000000000000" pitchFamily="2" charset="2"/>
              <a:buChar char="v"/>
            </a:pPr>
            <a:r>
              <a:rPr lang="en-US" dirty="0">
                <a:latin typeface="Comic Sans MS"/>
                <a:ea typeface="Comic Sans MS"/>
                <a:cs typeface="Comic Sans MS"/>
                <a:sym typeface="Comic Sans MS"/>
              </a:rPr>
              <a:t>Targeted Marketing Strategies &amp; Recommendations</a:t>
            </a:r>
          </a:p>
          <a:p>
            <a:endParaRPr lang="en-IN" dirty="0"/>
          </a:p>
        </p:txBody>
      </p:sp>
    </p:spTree>
    <p:extLst>
      <p:ext uri="{BB962C8B-B14F-4D97-AF65-F5344CB8AC3E}">
        <p14:creationId xmlns:p14="http://schemas.microsoft.com/office/powerpoint/2010/main" val="3111556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5093C-F700-AD74-8842-A98277AD25FA}"/>
              </a:ext>
            </a:extLst>
          </p:cNvPr>
          <p:cNvSpPr>
            <a:spLocks noGrp="1"/>
          </p:cNvSpPr>
          <p:nvPr>
            <p:ph type="title"/>
          </p:nvPr>
        </p:nvSpPr>
        <p:spPr/>
        <p:txBody>
          <a:bodyPr/>
          <a:lstStyle/>
          <a:p>
            <a:pPr algn="ctr"/>
            <a:r>
              <a:rPr lang="en-US" u="sng" dirty="0">
                <a:latin typeface="Comic Sans MS"/>
                <a:ea typeface="Comic Sans MS"/>
                <a:cs typeface="Comic Sans MS"/>
                <a:sym typeface="Comic Sans MS"/>
              </a:rPr>
              <a:t>Problem Statement</a:t>
            </a:r>
            <a:endParaRPr lang="en-IN" dirty="0"/>
          </a:p>
        </p:txBody>
      </p:sp>
      <p:sp>
        <p:nvSpPr>
          <p:cNvPr id="3" name="Content Placeholder 2">
            <a:extLst>
              <a:ext uri="{FF2B5EF4-FFF2-40B4-BE49-F238E27FC236}">
                <a16:creationId xmlns:a16="http://schemas.microsoft.com/office/drawing/2014/main" id="{052B13BA-BC78-84C7-217C-F447BBA82E5C}"/>
              </a:ext>
            </a:extLst>
          </p:cNvPr>
          <p:cNvSpPr>
            <a:spLocks noGrp="1"/>
          </p:cNvSpPr>
          <p:nvPr>
            <p:ph idx="1"/>
          </p:nvPr>
        </p:nvSpPr>
        <p:spPr/>
        <p:txBody>
          <a:bodyPr/>
          <a:lstStyle/>
          <a:p>
            <a:br>
              <a:rPr lang="en-US" dirty="0">
                <a:latin typeface="Comic Sans MS"/>
                <a:ea typeface="Comic Sans MS"/>
                <a:cs typeface="Comic Sans MS"/>
                <a:sym typeface="Comic Sans MS"/>
              </a:rPr>
            </a:br>
            <a:r>
              <a:rPr lang="en-US" dirty="0">
                <a:latin typeface="Comic Sans MS"/>
                <a:ea typeface="Comic Sans MS"/>
                <a:cs typeface="Comic Sans MS"/>
                <a:sym typeface="Comic Sans MS"/>
              </a:rPr>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br>
              <a:rPr lang="en-US" dirty="0">
                <a:latin typeface="Comic Sans MS"/>
                <a:ea typeface="Comic Sans MS"/>
                <a:cs typeface="Comic Sans MS"/>
                <a:sym typeface="Comic Sans MS"/>
              </a:rPr>
            </a:br>
            <a:endParaRPr lang="en-US" dirty="0">
              <a:latin typeface="Comic Sans MS"/>
              <a:ea typeface="Comic Sans MS"/>
              <a:cs typeface="Comic Sans MS"/>
              <a:sym typeface="Comic Sans MS"/>
            </a:endParaRPr>
          </a:p>
          <a:p>
            <a:endParaRPr lang="en-IN" dirty="0"/>
          </a:p>
        </p:txBody>
      </p:sp>
      <p:pic>
        <p:nvPicPr>
          <p:cNvPr id="4" name="Google Shape;103;p16" descr="How Data Analysis Improved Marketing ROI by 20%?">
            <a:extLst>
              <a:ext uri="{FF2B5EF4-FFF2-40B4-BE49-F238E27FC236}">
                <a16:creationId xmlns:a16="http://schemas.microsoft.com/office/drawing/2014/main" id="{314140DE-9331-B6C5-BE9C-BBCD81131112}"/>
              </a:ext>
            </a:extLst>
          </p:cNvPr>
          <p:cNvPicPr preferRelativeResize="0"/>
          <p:nvPr/>
        </p:nvPicPr>
        <p:blipFill rotWithShape="1">
          <a:blip r:embed="rId2">
            <a:alphaModFix/>
          </a:blip>
          <a:srcRect t="39385" b="16529"/>
          <a:stretch/>
        </p:blipFill>
        <p:spPr>
          <a:xfrm>
            <a:off x="1" y="3639438"/>
            <a:ext cx="12192000" cy="2931959"/>
          </a:xfrm>
          <a:prstGeom prst="rect">
            <a:avLst/>
          </a:prstGeom>
          <a:noFill/>
          <a:ln>
            <a:noFill/>
          </a:ln>
        </p:spPr>
      </p:pic>
    </p:spTree>
    <p:extLst>
      <p:ext uri="{BB962C8B-B14F-4D97-AF65-F5344CB8AC3E}">
        <p14:creationId xmlns:p14="http://schemas.microsoft.com/office/powerpoint/2010/main" val="1157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237D-FF07-32D3-56AD-9587DB70D10C}"/>
              </a:ext>
            </a:extLst>
          </p:cNvPr>
          <p:cNvSpPr>
            <a:spLocks noGrp="1"/>
          </p:cNvSpPr>
          <p:nvPr>
            <p:ph type="title"/>
          </p:nvPr>
        </p:nvSpPr>
        <p:spPr/>
        <p:txBody>
          <a:bodyPr/>
          <a:lstStyle/>
          <a:p>
            <a:pPr algn="ctr"/>
            <a:r>
              <a:rPr lang="en-US" u="sng" dirty="0">
                <a:latin typeface="Comic Sans MS"/>
                <a:ea typeface="Comic Sans MS"/>
                <a:cs typeface="Comic Sans MS"/>
                <a:sym typeface="Comic Sans MS"/>
              </a:rPr>
              <a:t>Data Description</a:t>
            </a:r>
            <a:endParaRPr lang="en-IN" dirty="0"/>
          </a:p>
        </p:txBody>
      </p:sp>
      <p:sp>
        <p:nvSpPr>
          <p:cNvPr id="4" name="Text Placeholder 3">
            <a:extLst>
              <a:ext uri="{FF2B5EF4-FFF2-40B4-BE49-F238E27FC236}">
                <a16:creationId xmlns:a16="http://schemas.microsoft.com/office/drawing/2014/main" id="{4C8EC724-96A0-E2F3-F527-79B226FAB934}"/>
              </a:ext>
            </a:extLst>
          </p:cNvPr>
          <p:cNvSpPr>
            <a:spLocks noGrp="1"/>
          </p:cNvSpPr>
          <p:nvPr>
            <p:ph type="body" idx="1"/>
          </p:nvPr>
        </p:nvSpPr>
        <p:spPr>
          <a:xfrm>
            <a:off x="1097280" y="1846052"/>
            <a:ext cx="9814560" cy="736282"/>
          </a:xfrm>
        </p:spPr>
        <p:txBody>
          <a:bodyPr>
            <a:normAutofit/>
          </a:bodyPr>
          <a:lstStyle/>
          <a:p>
            <a:r>
              <a:rPr lang="en-US" dirty="0">
                <a:solidFill>
                  <a:schemeClr val="dk1"/>
                </a:solidFill>
                <a:ea typeface="Calibri"/>
                <a:cs typeface="Calibri"/>
                <a:sym typeface="Calibri"/>
              </a:rPr>
              <a:t>The dataset contains information 7 tables. Below is an overview of the dataset:</a:t>
            </a:r>
          </a:p>
          <a:p>
            <a:endParaRPr lang="en-IN" dirty="0"/>
          </a:p>
        </p:txBody>
      </p:sp>
      <p:sp>
        <p:nvSpPr>
          <p:cNvPr id="5" name="Content Placeholder 4">
            <a:extLst>
              <a:ext uri="{FF2B5EF4-FFF2-40B4-BE49-F238E27FC236}">
                <a16:creationId xmlns:a16="http://schemas.microsoft.com/office/drawing/2014/main" id="{CD7B120E-48DD-1DF3-D753-AE95668BE318}"/>
              </a:ext>
            </a:extLst>
          </p:cNvPr>
          <p:cNvSpPr>
            <a:spLocks noGrp="1"/>
          </p:cNvSpPr>
          <p:nvPr>
            <p:ph sz="half" idx="2"/>
          </p:nvPr>
        </p:nvSpPr>
        <p:spPr>
          <a:xfrm>
            <a:off x="1097280" y="2331720"/>
            <a:ext cx="4937760" cy="3628814"/>
          </a:xfrm>
        </p:spPr>
        <p:txBody>
          <a:bodyPr>
            <a:normAutofit fontScale="92500" lnSpcReduction="20000"/>
          </a:bodyPr>
          <a:lstStyle/>
          <a:p>
            <a:pPr marL="0" lvl="0" indent="0">
              <a:lnSpc>
                <a:spcPct val="100000"/>
              </a:lnSpc>
              <a:spcBef>
                <a:spcPts val="0"/>
              </a:spcBef>
              <a:spcAft>
                <a:spcPts val="0"/>
              </a:spcAft>
              <a:buClr>
                <a:schemeClr val="dk1"/>
              </a:buClr>
              <a:buNone/>
            </a:pPr>
            <a:r>
              <a:rPr lang="en-US" b="1" dirty="0">
                <a:ea typeface="Calibri"/>
                <a:cs typeface="Calibri"/>
                <a:sym typeface="Calibri"/>
              </a:rPr>
              <a:t>Users Table : </a:t>
            </a:r>
            <a:r>
              <a:rPr lang="en-US" dirty="0">
                <a:ea typeface="Calibri"/>
                <a:cs typeface="Calibri"/>
                <a:sym typeface="Calibri"/>
              </a:rPr>
              <a:t>information about users registered on the platform</a:t>
            </a:r>
            <a:endParaRPr lang="en-US" sz="1400" dirty="0">
              <a:latin typeface="Arial"/>
              <a:ea typeface="Arial"/>
              <a:cs typeface="Arial"/>
              <a:sym typeface="Arial"/>
            </a:endParaRPr>
          </a:p>
          <a:p>
            <a:pPr marL="0" lvl="0" indent="0">
              <a:lnSpc>
                <a:spcPct val="100000"/>
              </a:lnSpc>
              <a:spcBef>
                <a:spcPts val="0"/>
              </a:spcBef>
              <a:spcAft>
                <a:spcPts val="0"/>
              </a:spcAft>
              <a:buClr>
                <a:schemeClr val="dk1"/>
              </a:buClr>
              <a:buNone/>
            </a:pPr>
            <a:r>
              <a:rPr lang="en-US" b="1" dirty="0">
                <a:ea typeface="Calibri"/>
                <a:cs typeface="Calibri"/>
                <a:sym typeface="Calibri"/>
              </a:rPr>
              <a:t>Photos Table: </a:t>
            </a:r>
            <a:r>
              <a:rPr lang="en-US" dirty="0">
                <a:ea typeface="Calibri"/>
                <a:cs typeface="Calibri"/>
                <a:sym typeface="Calibri"/>
              </a:rPr>
              <a:t>information about the photos uploaded by users.</a:t>
            </a:r>
            <a:endParaRPr lang="en-US" sz="1400" dirty="0">
              <a:latin typeface="Arial"/>
              <a:ea typeface="Arial"/>
              <a:cs typeface="Arial"/>
              <a:sym typeface="Arial"/>
            </a:endParaRPr>
          </a:p>
          <a:p>
            <a:pPr marL="0" lvl="0" indent="0">
              <a:lnSpc>
                <a:spcPct val="100000"/>
              </a:lnSpc>
              <a:spcBef>
                <a:spcPts val="0"/>
              </a:spcBef>
              <a:spcAft>
                <a:spcPts val="0"/>
              </a:spcAft>
              <a:buClr>
                <a:schemeClr val="dk1"/>
              </a:buClr>
              <a:buNone/>
            </a:pPr>
            <a:r>
              <a:rPr lang="en-US" b="1" dirty="0">
                <a:ea typeface="Calibri"/>
                <a:cs typeface="Calibri"/>
                <a:sym typeface="Calibri"/>
              </a:rPr>
              <a:t>Comments Table: </a:t>
            </a:r>
            <a:r>
              <a:rPr lang="en-US" dirty="0">
                <a:ea typeface="Calibri"/>
                <a:cs typeface="Calibri"/>
                <a:sym typeface="Calibri"/>
              </a:rPr>
              <a:t>Stores all comments made by users on photos.</a:t>
            </a:r>
            <a:endParaRPr lang="en-US" sz="1400" dirty="0">
              <a:latin typeface="Arial"/>
              <a:ea typeface="Arial"/>
              <a:cs typeface="Arial"/>
              <a:sym typeface="Arial"/>
            </a:endParaRPr>
          </a:p>
          <a:p>
            <a:pPr marL="0" lvl="0" indent="0">
              <a:lnSpc>
                <a:spcPct val="100000"/>
              </a:lnSpc>
              <a:spcBef>
                <a:spcPts val="0"/>
              </a:spcBef>
              <a:spcAft>
                <a:spcPts val="0"/>
              </a:spcAft>
              <a:buClr>
                <a:schemeClr val="dk1"/>
              </a:buClr>
              <a:buNone/>
            </a:pPr>
            <a:r>
              <a:rPr lang="en-US" b="1" dirty="0">
                <a:ea typeface="Calibri"/>
                <a:cs typeface="Calibri"/>
                <a:sym typeface="Calibri"/>
              </a:rPr>
              <a:t>Likes Table: </a:t>
            </a:r>
            <a:r>
              <a:rPr lang="en-US" dirty="0">
                <a:ea typeface="Calibri"/>
                <a:cs typeface="Calibri"/>
                <a:sym typeface="Calibri"/>
              </a:rPr>
              <a:t>Tracks which users liked which photos.</a:t>
            </a:r>
            <a:endParaRPr lang="en-US" sz="1400" dirty="0">
              <a:latin typeface="Arial"/>
              <a:ea typeface="Arial"/>
              <a:cs typeface="Arial"/>
              <a:sym typeface="Arial"/>
            </a:endParaRPr>
          </a:p>
          <a:p>
            <a:pPr marL="0" lvl="0" indent="0">
              <a:lnSpc>
                <a:spcPct val="100000"/>
              </a:lnSpc>
              <a:spcBef>
                <a:spcPts val="0"/>
              </a:spcBef>
              <a:spcAft>
                <a:spcPts val="0"/>
              </a:spcAft>
              <a:buClr>
                <a:schemeClr val="dk1"/>
              </a:buClr>
              <a:buNone/>
            </a:pPr>
            <a:r>
              <a:rPr lang="en-US" b="1" dirty="0">
                <a:ea typeface="Calibri"/>
                <a:cs typeface="Calibri"/>
                <a:sym typeface="Calibri"/>
              </a:rPr>
              <a:t>Follows Table: </a:t>
            </a:r>
            <a:r>
              <a:rPr lang="en-US" dirty="0">
                <a:ea typeface="Calibri"/>
                <a:cs typeface="Calibri"/>
                <a:sym typeface="Calibri"/>
              </a:rPr>
              <a:t>Tracks user relationships (followers and </a:t>
            </a:r>
            <a:r>
              <a:rPr lang="en-US" dirty="0" err="1">
                <a:ea typeface="Calibri"/>
                <a:cs typeface="Calibri"/>
                <a:sym typeface="Calibri"/>
              </a:rPr>
              <a:t>followees</a:t>
            </a:r>
            <a:r>
              <a:rPr lang="en-US" dirty="0">
                <a:ea typeface="Calibri"/>
                <a:cs typeface="Calibri"/>
                <a:sym typeface="Calibri"/>
              </a:rPr>
              <a:t> ).</a:t>
            </a:r>
            <a:endParaRPr lang="en-US" sz="1400" dirty="0">
              <a:latin typeface="Arial"/>
              <a:ea typeface="Arial"/>
              <a:cs typeface="Arial"/>
              <a:sym typeface="Arial"/>
            </a:endParaRPr>
          </a:p>
          <a:p>
            <a:pPr marL="0" lvl="0" indent="0">
              <a:lnSpc>
                <a:spcPct val="100000"/>
              </a:lnSpc>
              <a:spcBef>
                <a:spcPts val="0"/>
              </a:spcBef>
              <a:spcAft>
                <a:spcPts val="0"/>
              </a:spcAft>
              <a:buClr>
                <a:schemeClr val="dk1"/>
              </a:buClr>
              <a:buNone/>
            </a:pPr>
            <a:r>
              <a:rPr lang="en-US" b="1" dirty="0">
                <a:ea typeface="Calibri"/>
                <a:cs typeface="Calibri"/>
                <a:sym typeface="Calibri"/>
              </a:rPr>
              <a:t>Tags Table: </a:t>
            </a:r>
            <a:r>
              <a:rPr lang="en-US" dirty="0">
                <a:ea typeface="Calibri"/>
                <a:cs typeface="Calibri"/>
                <a:sym typeface="Calibri"/>
              </a:rPr>
              <a:t>Stores unique tags that are associated with photos.</a:t>
            </a:r>
            <a:endParaRPr lang="en-US" sz="1400" dirty="0">
              <a:latin typeface="Arial"/>
              <a:ea typeface="Arial"/>
              <a:cs typeface="Arial"/>
              <a:sym typeface="Arial"/>
            </a:endParaRPr>
          </a:p>
          <a:p>
            <a:pPr marL="0" lvl="0" indent="0">
              <a:lnSpc>
                <a:spcPct val="100000"/>
              </a:lnSpc>
              <a:spcBef>
                <a:spcPts val="0"/>
              </a:spcBef>
              <a:spcAft>
                <a:spcPts val="0"/>
              </a:spcAft>
              <a:buClr>
                <a:schemeClr val="dk1"/>
              </a:buClr>
              <a:buNone/>
            </a:pPr>
            <a:r>
              <a:rPr lang="en-US" b="1" dirty="0" err="1">
                <a:ea typeface="Calibri"/>
                <a:cs typeface="Calibri"/>
                <a:sym typeface="Calibri"/>
              </a:rPr>
              <a:t>Photo_Tags</a:t>
            </a:r>
            <a:r>
              <a:rPr lang="en-US" b="1" dirty="0">
                <a:ea typeface="Calibri"/>
                <a:cs typeface="Calibri"/>
                <a:sym typeface="Calibri"/>
              </a:rPr>
              <a:t> Table: </a:t>
            </a:r>
            <a:r>
              <a:rPr lang="en-US" dirty="0">
                <a:ea typeface="Calibri"/>
                <a:cs typeface="Calibri"/>
                <a:sym typeface="Calibri"/>
              </a:rPr>
              <a:t>connects photos with tags.</a:t>
            </a:r>
            <a:endParaRPr lang="en-US" sz="1400" dirty="0">
              <a:latin typeface="Arial"/>
              <a:ea typeface="Arial"/>
              <a:cs typeface="Arial"/>
              <a:sym typeface="Arial"/>
            </a:endParaRPr>
          </a:p>
          <a:p>
            <a:pPr marL="0" lvl="0" indent="0">
              <a:lnSpc>
                <a:spcPct val="100000"/>
              </a:lnSpc>
              <a:spcBef>
                <a:spcPts val="0"/>
              </a:spcBef>
              <a:spcAft>
                <a:spcPts val="0"/>
              </a:spcAft>
              <a:buClr>
                <a:schemeClr val="dk1"/>
              </a:buClr>
              <a:buNone/>
            </a:pPr>
            <a:endParaRPr lang="en-US" sz="1800" dirty="0">
              <a:ea typeface="Calibri"/>
              <a:cs typeface="Calibri"/>
              <a:sym typeface="Calibri"/>
            </a:endParaRPr>
          </a:p>
          <a:p>
            <a:endParaRPr lang="en-IN" dirty="0"/>
          </a:p>
        </p:txBody>
      </p:sp>
      <p:sp>
        <p:nvSpPr>
          <p:cNvPr id="6" name="Text Placeholder 5">
            <a:extLst>
              <a:ext uri="{FF2B5EF4-FFF2-40B4-BE49-F238E27FC236}">
                <a16:creationId xmlns:a16="http://schemas.microsoft.com/office/drawing/2014/main" id="{E943CA1E-B827-53EB-D82E-805AC0823855}"/>
              </a:ext>
            </a:extLst>
          </p:cNvPr>
          <p:cNvSpPr>
            <a:spLocks noGrp="1"/>
          </p:cNvSpPr>
          <p:nvPr>
            <p:ph type="body" sz="quarter" idx="3"/>
          </p:nvPr>
        </p:nvSpPr>
        <p:spPr/>
        <p:txBody>
          <a:bodyPr>
            <a:normAutofit/>
          </a:bodyPr>
          <a:lstStyle/>
          <a:p>
            <a:endParaRPr lang="en-IN" dirty="0"/>
          </a:p>
        </p:txBody>
      </p:sp>
      <p:sp>
        <p:nvSpPr>
          <p:cNvPr id="7" name="Content Placeholder 6">
            <a:extLst>
              <a:ext uri="{FF2B5EF4-FFF2-40B4-BE49-F238E27FC236}">
                <a16:creationId xmlns:a16="http://schemas.microsoft.com/office/drawing/2014/main" id="{2188CB1C-3844-A99C-182B-FD723BEEC0E4}"/>
              </a:ext>
            </a:extLst>
          </p:cNvPr>
          <p:cNvSpPr>
            <a:spLocks noGrp="1"/>
          </p:cNvSpPr>
          <p:nvPr>
            <p:ph sz="quarter" idx="4"/>
          </p:nvPr>
        </p:nvSpPr>
        <p:spPr>
          <a:xfrm>
            <a:off x="6217920" y="2331720"/>
            <a:ext cx="4937760" cy="3628814"/>
          </a:xfrm>
        </p:spPr>
        <p:txBody>
          <a:bodyPr>
            <a:normAutofit fontScale="92500" lnSpcReduction="20000"/>
          </a:bodyPr>
          <a:lstStyle/>
          <a:p>
            <a:pPr marL="457200" lvl="0" indent="-299720">
              <a:spcBef>
                <a:spcPts val="0"/>
              </a:spcBef>
              <a:spcAft>
                <a:spcPts val="0"/>
              </a:spcAft>
              <a:buSzPct val="66666"/>
              <a:buChar char="●"/>
            </a:pPr>
            <a:r>
              <a:rPr lang="en-US" dirty="0" err="1">
                <a:ea typeface="Calibri"/>
                <a:cs typeface="Calibri"/>
                <a:sym typeface="Calibri"/>
              </a:rPr>
              <a:t>comments_id</a:t>
            </a:r>
            <a:r>
              <a:rPr lang="en-US" dirty="0">
                <a:ea typeface="Calibri"/>
                <a:cs typeface="Calibri"/>
                <a:sym typeface="Calibri"/>
              </a:rPr>
              <a:t> : unique identifier for each comment</a:t>
            </a:r>
          </a:p>
          <a:p>
            <a:pPr marL="457200" lvl="0" indent="-299720">
              <a:spcBef>
                <a:spcPts val="0"/>
              </a:spcBef>
              <a:spcAft>
                <a:spcPts val="0"/>
              </a:spcAft>
              <a:buSzPct val="66666"/>
              <a:buChar char="●"/>
            </a:pPr>
            <a:r>
              <a:rPr lang="en-US" dirty="0" err="1">
                <a:ea typeface="Calibri"/>
                <a:cs typeface="Calibri"/>
                <a:sym typeface="Calibri"/>
              </a:rPr>
              <a:t>comment_text</a:t>
            </a:r>
            <a:r>
              <a:rPr lang="en-US" dirty="0">
                <a:ea typeface="Calibri"/>
                <a:cs typeface="Calibri"/>
                <a:sym typeface="Calibri"/>
              </a:rPr>
              <a:t> : text content of a given comment</a:t>
            </a:r>
          </a:p>
          <a:p>
            <a:pPr marL="457200" lvl="0" indent="-299720">
              <a:spcBef>
                <a:spcPts val="0"/>
              </a:spcBef>
              <a:spcAft>
                <a:spcPts val="0"/>
              </a:spcAft>
              <a:buSzPct val="66666"/>
              <a:buChar char="●"/>
            </a:pPr>
            <a:r>
              <a:rPr lang="en-US" dirty="0" err="1">
                <a:ea typeface="Calibri"/>
                <a:cs typeface="Calibri"/>
                <a:sym typeface="Calibri"/>
              </a:rPr>
              <a:t>user_id</a:t>
            </a:r>
            <a:r>
              <a:rPr lang="en-US" dirty="0">
                <a:ea typeface="Calibri"/>
                <a:cs typeface="Calibri"/>
                <a:sym typeface="Calibri"/>
              </a:rPr>
              <a:t> : unique identifier for each user</a:t>
            </a:r>
          </a:p>
          <a:p>
            <a:pPr marL="457200" lvl="0" indent="-299720">
              <a:spcBef>
                <a:spcPts val="0"/>
              </a:spcBef>
              <a:spcAft>
                <a:spcPts val="0"/>
              </a:spcAft>
              <a:buSzPct val="66666"/>
              <a:buChar char="●"/>
            </a:pPr>
            <a:r>
              <a:rPr lang="en-US" dirty="0" err="1">
                <a:ea typeface="Calibri"/>
                <a:cs typeface="Calibri"/>
                <a:sym typeface="Calibri"/>
              </a:rPr>
              <a:t>photo_id</a:t>
            </a:r>
            <a:r>
              <a:rPr lang="en-US" dirty="0">
                <a:ea typeface="Calibri"/>
                <a:cs typeface="Calibri"/>
                <a:sym typeface="Calibri"/>
              </a:rPr>
              <a:t> : unique identifier for each photo</a:t>
            </a:r>
          </a:p>
          <a:p>
            <a:pPr marL="457200" lvl="0" indent="-299720">
              <a:spcBef>
                <a:spcPts val="0"/>
              </a:spcBef>
              <a:spcAft>
                <a:spcPts val="0"/>
              </a:spcAft>
              <a:buSzPct val="66666"/>
              <a:buChar char="●"/>
            </a:pPr>
            <a:r>
              <a:rPr lang="en-US" dirty="0" err="1">
                <a:ea typeface="Calibri"/>
                <a:cs typeface="Calibri"/>
                <a:sym typeface="Calibri"/>
              </a:rPr>
              <a:t>created_at</a:t>
            </a:r>
            <a:r>
              <a:rPr lang="en-US" dirty="0">
                <a:ea typeface="Calibri"/>
                <a:cs typeface="Calibri"/>
                <a:sym typeface="Calibri"/>
              </a:rPr>
              <a:t> : date of interaction in the form like, photos, tags</a:t>
            </a:r>
          </a:p>
          <a:p>
            <a:pPr marL="457200" lvl="0" indent="-299720">
              <a:spcBef>
                <a:spcPts val="0"/>
              </a:spcBef>
              <a:spcAft>
                <a:spcPts val="0"/>
              </a:spcAft>
              <a:buSzPct val="66666"/>
              <a:buChar char="●"/>
            </a:pPr>
            <a:r>
              <a:rPr lang="en-US" dirty="0" err="1">
                <a:ea typeface="Calibri"/>
                <a:cs typeface="Calibri"/>
                <a:sym typeface="Calibri"/>
              </a:rPr>
              <a:t>follower_id</a:t>
            </a:r>
            <a:r>
              <a:rPr lang="en-US" dirty="0">
                <a:ea typeface="Calibri"/>
                <a:cs typeface="Calibri"/>
                <a:sym typeface="Calibri"/>
              </a:rPr>
              <a:t> : </a:t>
            </a:r>
            <a:r>
              <a:rPr lang="en-US" dirty="0" err="1">
                <a:ea typeface="Calibri"/>
                <a:cs typeface="Calibri"/>
                <a:sym typeface="Calibri"/>
              </a:rPr>
              <a:t>user_id</a:t>
            </a:r>
            <a:r>
              <a:rPr lang="en-US" dirty="0">
                <a:ea typeface="Calibri"/>
                <a:cs typeface="Calibri"/>
                <a:sym typeface="Calibri"/>
              </a:rPr>
              <a:t> of the follower for a certain user</a:t>
            </a:r>
          </a:p>
          <a:p>
            <a:pPr marL="457200" lvl="0" indent="-299720">
              <a:spcBef>
                <a:spcPts val="0"/>
              </a:spcBef>
              <a:spcAft>
                <a:spcPts val="0"/>
              </a:spcAft>
              <a:buSzPct val="66666"/>
              <a:buChar char="●"/>
            </a:pPr>
            <a:r>
              <a:rPr lang="en-US" dirty="0" err="1">
                <a:ea typeface="Calibri"/>
                <a:cs typeface="Calibri"/>
                <a:sym typeface="Calibri"/>
              </a:rPr>
              <a:t>followee_id</a:t>
            </a:r>
            <a:r>
              <a:rPr lang="en-US" dirty="0">
                <a:ea typeface="Calibri"/>
                <a:cs typeface="Calibri"/>
                <a:sym typeface="Calibri"/>
              </a:rPr>
              <a:t> : </a:t>
            </a:r>
            <a:r>
              <a:rPr lang="en-US" dirty="0" err="1">
                <a:ea typeface="Calibri"/>
                <a:cs typeface="Calibri"/>
                <a:sym typeface="Calibri"/>
              </a:rPr>
              <a:t>user_id</a:t>
            </a:r>
            <a:r>
              <a:rPr lang="en-US" dirty="0">
                <a:ea typeface="Calibri"/>
                <a:cs typeface="Calibri"/>
                <a:sym typeface="Calibri"/>
              </a:rPr>
              <a:t> of </a:t>
            </a:r>
            <a:r>
              <a:rPr lang="en-US" dirty="0" err="1">
                <a:ea typeface="Calibri"/>
                <a:cs typeface="Calibri"/>
                <a:sym typeface="Calibri"/>
              </a:rPr>
              <a:t>followee</a:t>
            </a:r>
            <a:r>
              <a:rPr lang="en-US" dirty="0">
                <a:ea typeface="Calibri"/>
                <a:cs typeface="Calibri"/>
                <a:sym typeface="Calibri"/>
              </a:rPr>
              <a:t> for a certain user</a:t>
            </a:r>
          </a:p>
          <a:p>
            <a:pPr marL="457200" lvl="0" indent="-299720">
              <a:spcBef>
                <a:spcPts val="0"/>
              </a:spcBef>
              <a:spcAft>
                <a:spcPts val="0"/>
              </a:spcAft>
              <a:buSzPct val="66666"/>
              <a:buChar char="●"/>
            </a:pPr>
            <a:r>
              <a:rPr lang="en-US" dirty="0" err="1">
                <a:ea typeface="Calibri"/>
                <a:cs typeface="Calibri"/>
                <a:sym typeface="Calibri"/>
              </a:rPr>
              <a:t>tag_id</a:t>
            </a:r>
            <a:r>
              <a:rPr lang="en-US" dirty="0">
                <a:ea typeface="Calibri"/>
                <a:cs typeface="Calibri"/>
                <a:sym typeface="Calibri"/>
              </a:rPr>
              <a:t> : unique identifier for each tag</a:t>
            </a:r>
          </a:p>
          <a:p>
            <a:pPr marL="457200" lvl="0" indent="-299720">
              <a:spcBef>
                <a:spcPts val="0"/>
              </a:spcBef>
              <a:spcAft>
                <a:spcPts val="0"/>
              </a:spcAft>
              <a:buSzPct val="66666"/>
              <a:buChar char="●"/>
            </a:pPr>
            <a:r>
              <a:rPr lang="en-US" dirty="0" err="1">
                <a:ea typeface="Calibri"/>
                <a:cs typeface="Calibri"/>
                <a:sym typeface="Calibri"/>
              </a:rPr>
              <a:t>image_url</a:t>
            </a:r>
            <a:r>
              <a:rPr lang="en-US" dirty="0">
                <a:ea typeface="Calibri"/>
                <a:cs typeface="Calibri"/>
                <a:sym typeface="Calibri"/>
              </a:rPr>
              <a:t> : link to the image posted on the platform</a:t>
            </a:r>
          </a:p>
          <a:p>
            <a:pPr marL="457200" lvl="0" indent="-299720">
              <a:spcBef>
                <a:spcPts val="0"/>
              </a:spcBef>
              <a:spcAft>
                <a:spcPts val="0"/>
              </a:spcAft>
              <a:buSzPct val="66666"/>
              <a:buChar char="●"/>
            </a:pPr>
            <a:r>
              <a:rPr lang="en-US" dirty="0">
                <a:ea typeface="Calibri"/>
                <a:cs typeface="Calibri"/>
                <a:sym typeface="Calibri"/>
              </a:rPr>
              <a:t>username : username chosen by the user</a:t>
            </a:r>
            <a:endParaRPr lang="en-US" dirty="0"/>
          </a:p>
          <a:p>
            <a:endParaRPr lang="en-IN" dirty="0"/>
          </a:p>
        </p:txBody>
      </p:sp>
    </p:spTree>
    <p:extLst>
      <p:ext uri="{BB962C8B-B14F-4D97-AF65-F5344CB8AC3E}">
        <p14:creationId xmlns:p14="http://schemas.microsoft.com/office/powerpoint/2010/main" val="2035370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F2037-9C32-CBAC-BC51-976AF29744EB}"/>
              </a:ext>
            </a:extLst>
          </p:cNvPr>
          <p:cNvSpPr>
            <a:spLocks noGrp="1"/>
          </p:cNvSpPr>
          <p:nvPr>
            <p:ph type="title"/>
          </p:nvPr>
        </p:nvSpPr>
        <p:spPr/>
        <p:txBody>
          <a:bodyPr/>
          <a:lstStyle/>
          <a:p>
            <a:pPr algn="ctr"/>
            <a:r>
              <a:rPr lang="en-IN" u="sng" dirty="0">
                <a:latin typeface="Comic Sans MS" panose="030F0702030302020204" pitchFamily="66" charset="0"/>
              </a:rPr>
              <a:t>Database Schema </a:t>
            </a:r>
          </a:p>
        </p:txBody>
      </p:sp>
      <p:pic>
        <p:nvPicPr>
          <p:cNvPr id="4" name="Google Shape;130;p20">
            <a:extLst>
              <a:ext uri="{FF2B5EF4-FFF2-40B4-BE49-F238E27FC236}">
                <a16:creationId xmlns:a16="http://schemas.microsoft.com/office/drawing/2014/main" id="{D7E057D9-7C12-1540-B250-79DD1BE3C6BC}"/>
              </a:ext>
            </a:extLst>
          </p:cNvPr>
          <p:cNvPicPr preferRelativeResize="0">
            <a:picLocks noGrp="1"/>
          </p:cNvPicPr>
          <p:nvPr>
            <p:ph idx="1"/>
          </p:nvPr>
        </p:nvPicPr>
        <p:blipFill rotWithShape="1">
          <a:blip r:embed="rId2">
            <a:alphaModFix/>
          </a:blip>
          <a:srcRect/>
          <a:stretch/>
        </p:blipFill>
        <p:spPr>
          <a:xfrm>
            <a:off x="3183430" y="1846263"/>
            <a:ext cx="5885465" cy="4022725"/>
          </a:xfrm>
          <a:prstGeom prst="rect">
            <a:avLst/>
          </a:prstGeom>
          <a:noFill/>
          <a:ln>
            <a:noFill/>
          </a:ln>
        </p:spPr>
      </p:pic>
    </p:spTree>
    <p:extLst>
      <p:ext uri="{BB962C8B-B14F-4D97-AF65-F5344CB8AC3E}">
        <p14:creationId xmlns:p14="http://schemas.microsoft.com/office/powerpoint/2010/main" val="629273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1034-5DCD-3C2A-74AB-B0622E3D668E}"/>
              </a:ext>
            </a:extLst>
          </p:cNvPr>
          <p:cNvSpPr>
            <a:spLocks noGrp="1"/>
          </p:cNvSpPr>
          <p:nvPr>
            <p:ph type="title"/>
          </p:nvPr>
        </p:nvSpPr>
        <p:spPr/>
        <p:txBody>
          <a:bodyPr>
            <a:normAutofit/>
          </a:bodyPr>
          <a:lstStyle/>
          <a:p>
            <a:pPr algn="ctr"/>
            <a:r>
              <a:rPr lang="en-US" sz="4000" u="sng" dirty="0">
                <a:latin typeface="Comic Sans MS"/>
                <a:ea typeface="Comic Sans MS"/>
                <a:cs typeface="Comic Sans MS"/>
                <a:sym typeface="Comic Sans MS"/>
              </a:rPr>
              <a:t>INSTAGRAM PROJECT OVERVIEW</a:t>
            </a:r>
            <a:endParaRPr lang="en-IN" sz="4000" dirty="0"/>
          </a:p>
        </p:txBody>
      </p:sp>
      <p:sp>
        <p:nvSpPr>
          <p:cNvPr id="3" name="Content Placeholder 2">
            <a:extLst>
              <a:ext uri="{FF2B5EF4-FFF2-40B4-BE49-F238E27FC236}">
                <a16:creationId xmlns:a16="http://schemas.microsoft.com/office/drawing/2014/main" id="{10D81D34-DD80-6E7B-B94B-31B1AED20CFF}"/>
              </a:ext>
            </a:extLst>
          </p:cNvPr>
          <p:cNvSpPr>
            <a:spLocks noGrp="1"/>
          </p:cNvSpPr>
          <p:nvPr>
            <p:ph idx="1"/>
          </p:nvPr>
        </p:nvSpPr>
        <p:spPr/>
        <p:txBody>
          <a:bodyPr/>
          <a:lstStyle/>
          <a:p>
            <a:pPr marL="0" lvl="0" indent="0">
              <a:lnSpc>
                <a:spcPct val="120000"/>
              </a:lnSpc>
              <a:spcBef>
                <a:spcPts val="0"/>
              </a:spcBef>
              <a:spcAft>
                <a:spcPts val="0"/>
              </a:spcAft>
              <a:buClr>
                <a:schemeClr val="lt1"/>
              </a:buClr>
              <a:buSzPts val="3000"/>
              <a:buNone/>
            </a:pPr>
            <a:br>
              <a:rPr lang="en-US" sz="2500" dirty="0">
                <a:latin typeface="Comic Sans MS"/>
                <a:ea typeface="Comic Sans MS"/>
                <a:cs typeface="Comic Sans MS"/>
                <a:sym typeface="Comic Sans MS"/>
              </a:rPr>
            </a:br>
            <a:r>
              <a:rPr lang="en-US" sz="2500" dirty="0">
                <a:latin typeface="Comic Sans MS"/>
                <a:ea typeface="Comic Sans MS"/>
                <a:cs typeface="Comic Sans MS"/>
                <a:sym typeface="Comic Sans MS"/>
              </a:rPr>
              <a:t>Help Instagram marketing team develop strategies to increase</a:t>
            </a:r>
          </a:p>
          <a:p>
            <a:pPr marL="793750" lvl="1" indent="-342900">
              <a:lnSpc>
                <a:spcPct val="120000"/>
              </a:lnSpc>
              <a:spcBef>
                <a:spcPts val="500"/>
              </a:spcBef>
              <a:spcAft>
                <a:spcPts val="0"/>
              </a:spcAft>
              <a:buClr>
                <a:schemeClr val="bg2"/>
              </a:buClr>
              <a:buSzPts val="2600"/>
              <a:buFont typeface="Arial" panose="020B0604020202020204" pitchFamily="34" charset="0"/>
              <a:buChar char="•"/>
            </a:pPr>
            <a:r>
              <a:rPr lang="en-US" sz="2000" dirty="0">
                <a:latin typeface="Comic Sans MS"/>
                <a:ea typeface="Comic Sans MS"/>
                <a:cs typeface="Comic Sans MS"/>
                <a:sym typeface="Comic Sans MS"/>
              </a:rPr>
              <a:t>User Engagement</a:t>
            </a:r>
          </a:p>
          <a:p>
            <a:pPr marL="793750" lvl="1" indent="-342900">
              <a:lnSpc>
                <a:spcPct val="120000"/>
              </a:lnSpc>
              <a:spcBef>
                <a:spcPts val="500"/>
              </a:spcBef>
              <a:spcAft>
                <a:spcPts val="0"/>
              </a:spcAft>
              <a:buClr>
                <a:schemeClr val="bg2"/>
              </a:buClr>
              <a:buSzPts val="2600"/>
              <a:buFont typeface="Arial" panose="020B0604020202020204" pitchFamily="34" charset="0"/>
              <a:buChar char="•"/>
            </a:pPr>
            <a:r>
              <a:rPr lang="en-US" sz="2000" dirty="0">
                <a:latin typeface="Comic Sans MS"/>
                <a:ea typeface="Comic Sans MS"/>
                <a:cs typeface="Comic Sans MS"/>
                <a:sym typeface="Comic Sans MS"/>
              </a:rPr>
              <a:t>User Retention</a:t>
            </a:r>
          </a:p>
          <a:p>
            <a:pPr marL="793750" lvl="1" indent="-342900">
              <a:lnSpc>
                <a:spcPct val="120000"/>
              </a:lnSpc>
              <a:spcBef>
                <a:spcPts val="500"/>
              </a:spcBef>
              <a:spcAft>
                <a:spcPts val="0"/>
              </a:spcAft>
              <a:buClr>
                <a:schemeClr val="bg2"/>
              </a:buClr>
              <a:buSzPts val="2600"/>
              <a:buFont typeface="Arial" panose="020B0604020202020204" pitchFamily="34" charset="0"/>
              <a:buChar char="•"/>
            </a:pPr>
            <a:r>
              <a:rPr lang="en-US" sz="2000" dirty="0">
                <a:latin typeface="Comic Sans MS"/>
                <a:ea typeface="Comic Sans MS"/>
                <a:cs typeface="Comic Sans MS"/>
                <a:sym typeface="Comic Sans MS"/>
              </a:rPr>
              <a:t>User acquisition</a:t>
            </a:r>
          </a:p>
          <a:p>
            <a:pPr marL="457200" lvl="1" indent="0">
              <a:lnSpc>
                <a:spcPct val="120000"/>
              </a:lnSpc>
              <a:spcBef>
                <a:spcPts val="500"/>
              </a:spcBef>
              <a:spcAft>
                <a:spcPts val="0"/>
              </a:spcAft>
              <a:buClr>
                <a:schemeClr val="lt1"/>
              </a:buClr>
              <a:buSzPts val="2500"/>
              <a:buNone/>
            </a:pPr>
            <a:endParaRPr lang="en-US" sz="2000" dirty="0">
              <a:latin typeface="Comic Sans MS"/>
              <a:ea typeface="Comic Sans MS"/>
              <a:cs typeface="Comic Sans MS"/>
              <a:sym typeface="Comic Sans MS"/>
            </a:endParaRPr>
          </a:p>
          <a:p>
            <a:pPr marL="457200" lvl="1" indent="0">
              <a:lnSpc>
                <a:spcPct val="120000"/>
              </a:lnSpc>
              <a:spcBef>
                <a:spcPts val="500"/>
              </a:spcBef>
              <a:spcAft>
                <a:spcPts val="0"/>
              </a:spcAft>
              <a:buClr>
                <a:schemeClr val="lt1"/>
              </a:buClr>
              <a:buSzPts val="2500"/>
              <a:buNone/>
            </a:pPr>
            <a:r>
              <a:rPr lang="en-US" sz="2000" dirty="0">
                <a:latin typeface="Comic Sans MS"/>
                <a:ea typeface="Comic Sans MS"/>
                <a:cs typeface="Comic Sans MS"/>
                <a:sym typeface="Comic Sans MS"/>
              </a:rPr>
              <a:t>Tools Used: MySQL Workbench, MS-Office, </a:t>
            </a:r>
            <a:r>
              <a:rPr lang="en-US" sz="2000" dirty="0" err="1">
                <a:latin typeface="Comic Sans MS"/>
                <a:ea typeface="Comic Sans MS"/>
                <a:cs typeface="Comic Sans MS"/>
                <a:sym typeface="Comic Sans MS"/>
              </a:rPr>
              <a:t>IG_Clone</a:t>
            </a:r>
            <a:r>
              <a:rPr lang="en-US" sz="2000" dirty="0">
                <a:latin typeface="Comic Sans MS"/>
                <a:ea typeface="Comic Sans MS"/>
                <a:cs typeface="Comic Sans MS"/>
                <a:sym typeface="Comic Sans MS"/>
              </a:rPr>
              <a:t> DB</a:t>
            </a:r>
          </a:p>
          <a:p>
            <a:endParaRPr lang="en-IN" dirty="0"/>
          </a:p>
        </p:txBody>
      </p:sp>
    </p:spTree>
    <p:extLst>
      <p:ext uri="{BB962C8B-B14F-4D97-AF65-F5344CB8AC3E}">
        <p14:creationId xmlns:p14="http://schemas.microsoft.com/office/powerpoint/2010/main" val="4134325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81021-9BFA-9ADA-BE3D-AE9C6836877C}"/>
              </a:ext>
            </a:extLst>
          </p:cNvPr>
          <p:cNvSpPr>
            <a:spLocks noGrp="1"/>
          </p:cNvSpPr>
          <p:nvPr>
            <p:ph type="title"/>
          </p:nvPr>
        </p:nvSpPr>
        <p:spPr/>
        <p:txBody>
          <a:bodyPr/>
          <a:lstStyle/>
          <a:p>
            <a:pPr algn="ctr"/>
            <a:r>
              <a:rPr lang="en-US" u="sng" dirty="0">
                <a:latin typeface="Comic Sans MS"/>
                <a:ea typeface="Comic Sans MS"/>
                <a:cs typeface="Comic Sans MS"/>
                <a:sym typeface="Comic Sans MS"/>
              </a:rPr>
              <a:t>DATA OVERVIEW</a:t>
            </a:r>
            <a:endParaRPr lang="en-IN" dirty="0"/>
          </a:p>
        </p:txBody>
      </p:sp>
      <p:sp>
        <p:nvSpPr>
          <p:cNvPr id="6" name="Freeform: Shape 5">
            <a:extLst>
              <a:ext uri="{FF2B5EF4-FFF2-40B4-BE49-F238E27FC236}">
                <a16:creationId xmlns:a16="http://schemas.microsoft.com/office/drawing/2014/main" id="{5565AE41-AD15-B8D7-A2AF-A8D5DBEDF021}"/>
              </a:ext>
            </a:extLst>
          </p:cNvPr>
          <p:cNvSpPr/>
          <p:nvPr/>
        </p:nvSpPr>
        <p:spPr>
          <a:xfrm>
            <a:off x="1175544" y="1846436"/>
            <a:ext cx="9980136" cy="4321282"/>
          </a:xfrm>
          <a:custGeom>
            <a:avLst/>
            <a:gdLst>
              <a:gd name="csX0" fmla="*/ 0 w 3094136"/>
              <a:gd name="csY0" fmla="*/ 0 h 1856482"/>
              <a:gd name="csX1" fmla="*/ 3094136 w 3094136"/>
              <a:gd name="csY1" fmla="*/ 0 h 1856482"/>
              <a:gd name="csX2" fmla="*/ 3094136 w 3094136"/>
              <a:gd name="csY2" fmla="*/ 1856482 h 1856482"/>
              <a:gd name="csX3" fmla="*/ 0 w 3094136"/>
              <a:gd name="csY3" fmla="*/ 1856482 h 1856482"/>
              <a:gd name="csX4" fmla="*/ 0 w 3094136"/>
              <a:gd name="csY4" fmla="*/ 0 h 1856482"/>
            </a:gdLst>
            <a:ahLst/>
            <a:cxnLst>
              <a:cxn ang="0">
                <a:pos x="csX0" y="csY0"/>
              </a:cxn>
              <a:cxn ang="0">
                <a:pos x="csX1" y="csY1"/>
              </a:cxn>
              <a:cxn ang="0">
                <a:pos x="csX2" y="csY2"/>
              </a:cxn>
              <a:cxn ang="0">
                <a:pos x="csX3" y="csY3"/>
              </a:cxn>
              <a:cxn ang="0">
                <a:pos x="csX4" y="csY4"/>
              </a:cxn>
            </a:cxnLst>
            <a:rect l="l" t="t" r="r" b="b"/>
            <a:pathLst>
              <a:path w="3094136" h="1856482">
                <a:moveTo>
                  <a:pt x="0" y="0"/>
                </a:moveTo>
                <a:lnTo>
                  <a:pt x="3094136" y="0"/>
                </a:lnTo>
                <a:lnTo>
                  <a:pt x="3094136" y="1856482"/>
                </a:lnTo>
                <a:lnTo>
                  <a:pt x="0" y="1856482"/>
                </a:lnTo>
                <a:lnTo>
                  <a:pt x="0" y="0"/>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7650" tIns="247650" rIns="247650" bIns="247650" numCol="1" spcCol="1270" anchor="ctr" anchorCtr="0">
            <a:noAutofit/>
          </a:bodyPr>
          <a:lstStyle/>
          <a:p>
            <a:pPr marL="800100" indent="-342900">
              <a:lnSpc>
                <a:spcPct val="120000"/>
              </a:lnSpc>
              <a:buClr>
                <a:schemeClr val="bg2"/>
              </a:buClr>
              <a:buSzPts val="3000"/>
              <a:buFont typeface="Arial" panose="020B0604020202020204" pitchFamily="34" charset="0"/>
              <a:buChar char="•"/>
            </a:pPr>
            <a:endParaRPr lang="en-US" sz="2400" dirty="0">
              <a:latin typeface="Comic Sans MS"/>
              <a:ea typeface="Comic Sans MS"/>
              <a:cs typeface="Comic Sans MS"/>
              <a:sym typeface="Comic Sans MS"/>
            </a:endParaRPr>
          </a:p>
          <a:p>
            <a:pPr marL="800100" indent="-342900">
              <a:lnSpc>
                <a:spcPct val="120000"/>
              </a:lnSpc>
              <a:buClr>
                <a:schemeClr val="bg2"/>
              </a:buClr>
              <a:buSzPts val="3000"/>
              <a:buFont typeface="Arial" panose="020B0604020202020204" pitchFamily="34" charset="0"/>
              <a:buChar char="•"/>
            </a:pPr>
            <a:endParaRPr lang="en-US" sz="2400" dirty="0">
              <a:latin typeface="Comic Sans MS"/>
              <a:ea typeface="Comic Sans MS"/>
              <a:cs typeface="Comic Sans MS"/>
              <a:sym typeface="Comic Sans MS"/>
            </a:endParaRPr>
          </a:p>
          <a:p>
            <a:pPr marL="800100" indent="-342900">
              <a:lnSpc>
                <a:spcPct val="120000"/>
              </a:lnSpc>
              <a:buClr>
                <a:schemeClr val="bg2"/>
              </a:buClr>
              <a:buSzPts val="3000"/>
              <a:buFont typeface="Wingdings" panose="05000000000000000000" pitchFamily="2" charset="2"/>
              <a:buChar char="ü"/>
            </a:pPr>
            <a:r>
              <a:rPr lang="en-US" sz="2400" dirty="0">
                <a:latin typeface="Comic Sans MS"/>
                <a:ea typeface="Comic Sans MS"/>
                <a:cs typeface="Comic Sans MS"/>
                <a:sym typeface="Comic Sans MS"/>
              </a:rPr>
              <a:t>Total Users : 100</a:t>
            </a:r>
          </a:p>
          <a:p>
            <a:pPr marL="800100" indent="-342900">
              <a:lnSpc>
                <a:spcPct val="120000"/>
              </a:lnSpc>
              <a:spcBef>
                <a:spcPts val="1000"/>
              </a:spcBef>
              <a:buClr>
                <a:schemeClr val="bg2"/>
              </a:buClr>
              <a:buSzPts val="3000"/>
              <a:buFont typeface="Wingdings" panose="05000000000000000000" pitchFamily="2" charset="2"/>
              <a:buChar char="ü"/>
            </a:pPr>
            <a:r>
              <a:rPr lang="en-US" sz="2400" dirty="0">
                <a:latin typeface="Comic Sans MS"/>
                <a:ea typeface="Comic Sans MS"/>
                <a:cs typeface="Comic Sans MS"/>
                <a:sym typeface="Comic Sans MS"/>
              </a:rPr>
              <a:t>Total Likes : 8782</a:t>
            </a:r>
          </a:p>
          <a:p>
            <a:pPr marL="800100" indent="-342900">
              <a:lnSpc>
                <a:spcPct val="120000"/>
              </a:lnSpc>
              <a:spcBef>
                <a:spcPts val="1000"/>
              </a:spcBef>
              <a:buClr>
                <a:schemeClr val="bg2"/>
              </a:buClr>
              <a:buSzPts val="3000"/>
              <a:buFont typeface="Wingdings" panose="05000000000000000000" pitchFamily="2" charset="2"/>
              <a:buChar char="ü"/>
            </a:pPr>
            <a:r>
              <a:rPr lang="en-US" sz="2400" dirty="0">
                <a:latin typeface="Comic Sans MS"/>
                <a:ea typeface="Comic Sans MS"/>
                <a:cs typeface="Comic Sans MS"/>
                <a:sym typeface="Comic Sans MS"/>
              </a:rPr>
              <a:t>Total Comments : 7488</a:t>
            </a:r>
          </a:p>
          <a:p>
            <a:pPr marL="800100" indent="-342900">
              <a:lnSpc>
                <a:spcPct val="120000"/>
              </a:lnSpc>
              <a:spcBef>
                <a:spcPts val="1000"/>
              </a:spcBef>
              <a:buClr>
                <a:schemeClr val="bg2"/>
              </a:buClr>
              <a:buSzPts val="3000"/>
              <a:buFont typeface="Wingdings" panose="05000000000000000000" pitchFamily="2" charset="2"/>
              <a:buChar char="ü"/>
            </a:pPr>
            <a:r>
              <a:rPr lang="en-US" sz="2400" dirty="0">
                <a:latin typeface="Comic Sans MS"/>
                <a:ea typeface="Comic Sans MS"/>
                <a:cs typeface="Comic Sans MS"/>
                <a:sym typeface="Comic Sans MS"/>
              </a:rPr>
              <a:t>Total Photos : 257</a:t>
            </a:r>
          </a:p>
          <a:p>
            <a:pPr marL="800100" indent="-342900">
              <a:lnSpc>
                <a:spcPct val="120000"/>
              </a:lnSpc>
              <a:spcBef>
                <a:spcPts val="1000"/>
              </a:spcBef>
              <a:buClr>
                <a:schemeClr val="bg2"/>
              </a:buClr>
              <a:buSzPts val="3000"/>
              <a:buFont typeface="Wingdings" panose="05000000000000000000" pitchFamily="2" charset="2"/>
              <a:buChar char="ü"/>
            </a:pPr>
            <a:r>
              <a:rPr lang="en-US" sz="2400" dirty="0">
                <a:latin typeface="Comic Sans MS"/>
                <a:ea typeface="Comic Sans MS"/>
                <a:cs typeface="Comic Sans MS"/>
                <a:sym typeface="Comic Sans MS"/>
              </a:rPr>
              <a:t>Total Tags : 21</a:t>
            </a:r>
          </a:p>
          <a:p>
            <a:pPr marL="800100" indent="-342900">
              <a:lnSpc>
                <a:spcPct val="120000"/>
              </a:lnSpc>
              <a:spcBef>
                <a:spcPts val="1000"/>
              </a:spcBef>
              <a:spcAft>
                <a:spcPts val="1600"/>
              </a:spcAft>
              <a:buClr>
                <a:schemeClr val="bg2"/>
              </a:buClr>
              <a:buSzPts val="3000"/>
              <a:buFont typeface="Wingdings" panose="05000000000000000000" pitchFamily="2" charset="2"/>
              <a:buChar char="ü"/>
            </a:pPr>
            <a:r>
              <a:rPr lang="en-US" sz="2400" dirty="0">
                <a:latin typeface="Comic Sans MS"/>
                <a:ea typeface="Comic Sans MS"/>
                <a:cs typeface="Comic Sans MS"/>
                <a:sym typeface="Comic Sans MS"/>
              </a:rPr>
              <a:t>Total Photos * Tagged : 501</a:t>
            </a:r>
          </a:p>
          <a:p>
            <a:pPr marL="0" lvl="0" indent="0" algn="ctr" defTabSz="2889250">
              <a:lnSpc>
                <a:spcPct val="90000"/>
              </a:lnSpc>
              <a:spcBef>
                <a:spcPct val="0"/>
              </a:spcBef>
              <a:spcAft>
                <a:spcPct val="35000"/>
              </a:spcAft>
              <a:buNone/>
            </a:pPr>
            <a:endParaRPr lang="en-IN" sz="6500" kern="1200" dirty="0"/>
          </a:p>
        </p:txBody>
      </p:sp>
    </p:spTree>
    <p:extLst>
      <p:ext uri="{BB962C8B-B14F-4D97-AF65-F5344CB8AC3E}">
        <p14:creationId xmlns:p14="http://schemas.microsoft.com/office/powerpoint/2010/main" val="3405138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B70C7-2322-2F42-E89E-2D093BDDD906}"/>
              </a:ext>
            </a:extLst>
          </p:cNvPr>
          <p:cNvSpPr>
            <a:spLocks noGrp="1"/>
          </p:cNvSpPr>
          <p:nvPr>
            <p:ph type="title"/>
          </p:nvPr>
        </p:nvSpPr>
        <p:spPr/>
        <p:txBody>
          <a:bodyPr/>
          <a:lstStyle/>
          <a:p>
            <a:pPr algn="ctr"/>
            <a:r>
              <a:rPr lang="en-US" u="sng" dirty="0">
                <a:latin typeface="Comic Sans MS"/>
                <a:sym typeface="Comic Sans MS"/>
              </a:rPr>
              <a:t>Users Distribution</a:t>
            </a:r>
            <a:endParaRPr lang="en-IN" dirty="0"/>
          </a:p>
        </p:txBody>
      </p:sp>
      <p:sp>
        <p:nvSpPr>
          <p:cNvPr id="4" name="Content Placeholder 3">
            <a:extLst>
              <a:ext uri="{FF2B5EF4-FFF2-40B4-BE49-F238E27FC236}">
                <a16:creationId xmlns:a16="http://schemas.microsoft.com/office/drawing/2014/main" id="{8C658312-A73E-3D4C-E1A3-260C856B8121}"/>
              </a:ext>
            </a:extLst>
          </p:cNvPr>
          <p:cNvSpPr>
            <a:spLocks noGrp="1"/>
          </p:cNvSpPr>
          <p:nvPr>
            <p:ph sz="half" idx="2"/>
          </p:nvPr>
        </p:nvSpPr>
        <p:spPr>
          <a:xfrm>
            <a:off x="5166359" y="2707341"/>
            <a:ext cx="6659881" cy="3161753"/>
          </a:xfrm>
        </p:spPr>
        <p:txBody>
          <a:bodyPr>
            <a:normAutofit/>
          </a:bodyPr>
          <a:lstStyle/>
          <a:p>
            <a:pPr>
              <a:buFont typeface="Wingdings" panose="05000000000000000000" pitchFamily="2" charset="2"/>
              <a:buChar char="Ø"/>
            </a:pPr>
            <a:r>
              <a:rPr lang="en-IN" sz="2400" dirty="0"/>
              <a:t> About 74 % of users are only active over platform.</a:t>
            </a:r>
          </a:p>
          <a:p>
            <a:pPr>
              <a:buFont typeface="Wingdings" panose="05000000000000000000" pitchFamily="2" charset="2"/>
              <a:buChar char="Ø"/>
            </a:pPr>
            <a:r>
              <a:rPr lang="en-IN" sz="2400" dirty="0"/>
              <a:t> Those 26% users highlight a potential retention issue.</a:t>
            </a:r>
          </a:p>
          <a:p>
            <a:pPr>
              <a:buFont typeface="Wingdings" panose="05000000000000000000" pitchFamily="2" charset="2"/>
              <a:buChar char="Ø"/>
            </a:pPr>
            <a:r>
              <a:rPr lang="en-IN" sz="2400" dirty="0"/>
              <a:t> Try to engage them with interactive game challenges</a:t>
            </a:r>
            <a:br>
              <a:rPr lang="en-IN" sz="2400" dirty="0"/>
            </a:br>
            <a:r>
              <a:rPr lang="en-IN" sz="2400" dirty="0"/>
              <a:t>or rewards</a:t>
            </a:r>
            <a:r>
              <a:rPr lang="en-IN" sz="2800" dirty="0"/>
              <a:t>.</a:t>
            </a:r>
          </a:p>
        </p:txBody>
      </p:sp>
      <p:sp>
        <p:nvSpPr>
          <p:cNvPr id="7" name="Content Placeholder 6">
            <a:extLst>
              <a:ext uri="{FF2B5EF4-FFF2-40B4-BE49-F238E27FC236}">
                <a16:creationId xmlns:a16="http://schemas.microsoft.com/office/drawing/2014/main" id="{6659160D-5FC7-AB8C-E7AF-8DD8BC1A04AE}"/>
              </a:ext>
            </a:extLst>
          </p:cNvPr>
          <p:cNvSpPr>
            <a:spLocks noGrp="1"/>
          </p:cNvSpPr>
          <p:nvPr>
            <p:ph sz="half" idx="1"/>
          </p:nvPr>
        </p:nvSpPr>
        <p:spPr>
          <a:xfrm>
            <a:off x="1097279" y="2042160"/>
            <a:ext cx="3749041" cy="3826934"/>
          </a:xfrm>
        </p:spPr>
        <p:txBody>
          <a:bodyPr/>
          <a:lstStyle/>
          <a:p>
            <a:pPr algn="ctr"/>
            <a:r>
              <a:rPr lang="en-IN" dirty="0">
                <a:solidFill>
                  <a:srgbClr val="FF0000"/>
                </a:solidFill>
              </a:rPr>
              <a:t>  </a:t>
            </a:r>
            <a:r>
              <a:rPr lang="en-IN" sz="3200" dirty="0">
                <a:solidFill>
                  <a:srgbClr val="FF0000"/>
                </a:solidFill>
              </a:rPr>
              <a:t>Activity wise </a:t>
            </a:r>
            <a:br>
              <a:rPr lang="en-IN" dirty="0"/>
            </a:br>
            <a:br>
              <a:rPr lang="en-IN" dirty="0"/>
            </a:br>
            <a:r>
              <a:rPr lang="en-IN" b="1" dirty="0">
                <a:solidFill>
                  <a:srgbClr val="92D050"/>
                </a:solidFill>
              </a:rPr>
              <a:t>Inactive Users: 26</a:t>
            </a:r>
            <a:br>
              <a:rPr lang="en-IN" dirty="0"/>
            </a:br>
            <a:r>
              <a:rPr lang="en-IN" b="1" dirty="0">
                <a:solidFill>
                  <a:srgbClr val="0070C0"/>
                </a:solidFill>
              </a:rPr>
              <a:t>Active Users :74</a:t>
            </a:r>
            <a:br>
              <a:rPr lang="en-IN" dirty="0"/>
            </a:br>
            <a:r>
              <a:rPr lang="en-IN" dirty="0"/>
              <a:t> </a:t>
            </a:r>
            <a:br>
              <a:rPr lang="en-IN" dirty="0"/>
            </a:br>
            <a:br>
              <a:rPr lang="en-IN" dirty="0"/>
            </a:br>
            <a:endParaRPr lang="en-IN" dirty="0"/>
          </a:p>
        </p:txBody>
      </p:sp>
      <p:pic>
        <p:nvPicPr>
          <p:cNvPr id="8" name="Google Shape;125;p19">
            <a:extLst>
              <a:ext uri="{FF2B5EF4-FFF2-40B4-BE49-F238E27FC236}">
                <a16:creationId xmlns:a16="http://schemas.microsoft.com/office/drawing/2014/main" id="{14C9137D-A786-806A-76DC-826CB1EF26C7}"/>
              </a:ext>
            </a:extLst>
          </p:cNvPr>
          <p:cNvPicPr preferRelativeResize="0"/>
          <p:nvPr/>
        </p:nvPicPr>
        <p:blipFill rotWithShape="1">
          <a:blip r:embed="rId2">
            <a:alphaModFix/>
          </a:blip>
          <a:srcRect/>
          <a:stretch/>
        </p:blipFill>
        <p:spPr>
          <a:xfrm>
            <a:off x="914398" y="3378921"/>
            <a:ext cx="4480560" cy="2598547"/>
          </a:xfrm>
          <a:prstGeom prst="rect">
            <a:avLst/>
          </a:prstGeom>
          <a:noFill/>
          <a:ln>
            <a:noFill/>
          </a:ln>
        </p:spPr>
      </p:pic>
    </p:spTree>
    <p:extLst>
      <p:ext uri="{BB962C8B-B14F-4D97-AF65-F5344CB8AC3E}">
        <p14:creationId xmlns:p14="http://schemas.microsoft.com/office/powerpoint/2010/main" val="2803330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2939F-3C1A-9A66-1F38-BB08E2F51BD3}"/>
              </a:ext>
            </a:extLst>
          </p:cNvPr>
          <p:cNvSpPr>
            <a:spLocks noGrp="1"/>
          </p:cNvSpPr>
          <p:nvPr>
            <p:ph type="title"/>
          </p:nvPr>
        </p:nvSpPr>
        <p:spPr/>
        <p:txBody>
          <a:bodyPr/>
          <a:lstStyle/>
          <a:p>
            <a:pPr algn="ctr"/>
            <a:r>
              <a:rPr lang="en-US" u="sng" dirty="0">
                <a:latin typeface="Comic Sans MS"/>
                <a:sym typeface="Comic Sans MS"/>
              </a:rPr>
              <a:t>Users Distribution</a:t>
            </a:r>
            <a:endParaRPr lang="en-IN" dirty="0"/>
          </a:p>
        </p:txBody>
      </p:sp>
      <p:sp>
        <p:nvSpPr>
          <p:cNvPr id="3" name="Content Placeholder 2">
            <a:extLst>
              <a:ext uri="{FF2B5EF4-FFF2-40B4-BE49-F238E27FC236}">
                <a16:creationId xmlns:a16="http://schemas.microsoft.com/office/drawing/2014/main" id="{CCE0AD1B-E667-92C9-C0D2-27BFDC69DF24}"/>
              </a:ext>
            </a:extLst>
          </p:cNvPr>
          <p:cNvSpPr>
            <a:spLocks noGrp="1"/>
          </p:cNvSpPr>
          <p:nvPr>
            <p:ph sz="half" idx="1"/>
          </p:nvPr>
        </p:nvSpPr>
        <p:spPr>
          <a:xfrm>
            <a:off x="1097279" y="2087880"/>
            <a:ext cx="4937760" cy="3781214"/>
          </a:xfrm>
        </p:spPr>
        <p:txBody>
          <a:bodyPr>
            <a:normAutofit/>
          </a:bodyPr>
          <a:lstStyle/>
          <a:p>
            <a:pPr algn="ctr"/>
            <a:r>
              <a:rPr lang="en-IN" sz="3200" i="1" dirty="0">
                <a:solidFill>
                  <a:srgbClr val="FF0000"/>
                </a:solidFill>
              </a:rPr>
              <a:t>Joining Year wise</a:t>
            </a:r>
            <a:br>
              <a:rPr lang="en-IN" sz="3200" i="1" dirty="0">
                <a:solidFill>
                  <a:srgbClr val="FF0000"/>
                </a:solidFill>
              </a:rPr>
            </a:br>
            <a:br>
              <a:rPr lang="en-IN" sz="3200" i="1" dirty="0">
                <a:solidFill>
                  <a:srgbClr val="FF0000"/>
                </a:solidFill>
              </a:rPr>
            </a:br>
            <a:r>
              <a:rPr lang="en-IN" b="1" i="1" dirty="0">
                <a:solidFill>
                  <a:srgbClr val="0070C0"/>
                </a:solidFill>
              </a:rPr>
              <a:t>35 </a:t>
            </a:r>
            <a:r>
              <a:rPr lang="en-IN" b="1" dirty="0">
                <a:solidFill>
                  <a:srgbClr val="0070C0"/>
                </a:solidFill>
              </a:rPr>
              <a:t>USER JOINED IN 2017</a:t>
            </a:r>
            <a:br>
              <a:rPr lang="en-IN" b="1" dirty="0">
                <a:solidFill>
                  <a:srgbClr val="FF0000"/>
                </a:solidFill>
              </a:rPr>
            </a:br>
            <a:r>
              <a:rPr lang="en-IN" b="1" dirty="0">
                <a:solidFill>
                  <a:srgbClr val="92D050"/>
                </a:solidFill>
              </a:rPr>
              <a:t>65 USER JOINED IN 2016</a:t>
            </a:r>
          </a:p>
        </p:txBody>
      </p:sp>
      <p:sp>
        <p:nvSpPr>
          <p:cNvPr id="4" name="Content Placeholder 3">
            <a:extLst>
              <a:ext uri="{FF2B5EF4-FFF2-40B4-BE49-F238E27FC236}">
                <a16:creationId xmlns:a16="http://schemas.microsoft.com/office/drawing/2014/main" id="{08E0EFB8-B933-829B-FC3C-8B7F4FCF2FB2}"/>
              </a:ext>
            </a:extLst>
          </p:cNvPr>
          <p:cNvSpPr>
            <a:spLocks noGrp="1"/>
          </p:cNvSpPr>
          <p:nvPr>
            <p:ph sz="half" idx="2"/>
          </p:nvPr>
        </p:nvSpPr>
        <p:spPr>
          <a:xfrm>
            <a:off x="6217920" y="2296045"/>
            <a:ext cx="4937760" cy="3573049"/>
          </a:xfrm>
        </p:spPr>
        <p:txBody>
          <a:bodyPr/>
          <a:lstStyle/>
          <a:p>
            <a:pPr>
              <a:buFont typeface="Wingdings" panose="05000000000000000000" pitchFamily="2" charset="2"/>
              <a:buChar char="Ø"/>
            </a:pPr>
            <a:r>
              <a:rPr lang="en-IN" dirty="0"/>
              <a:t>The drop in the user joining in 2017,</a:t>
            </a:r>
            <a:r>
              <a:rPr lang="en-US" dirty="0">
                <a:solidFill>
                  <a:schemeClr val="dk1"/>
                </a:solidFill>
                <a:ea typeface="Calibri"/>
                <a:cs typeface="Calibri"/>
                <a:sym typeface="Calibri"/>
              </a:rPr>
              <a:t>  the priority should be on </a:t>
            </a:r>
            <a:r>
              <a:rPr lang="en-US" b="1" dirty="0">
                <a:solidFill>
                  <a:schemeClr val="dk1"/>
                </a:solidFill>
                <a:ea typeface="Calibri"/>
                <a:cs typeface="Calibri"/>
                <a:sym typeface="Calibri"/>
              </a:rPr>
              <a:t>boosting user acquisition.</a:t>
            </a:r>
          </a:p>
          <a:p>
            <a:pPr>
              <a:buFont typeface="Wingdings" panose="05000000000000000000" pitchFamily="2" charset="2"/>
              <a:buChar char="Ø"/>
            </a:pPr>
            <a:r>
              <a:rPr lang="en-US" dirty="0">
                <a:solidFill>
                  <a:schemeClr val="dk1"/>
                </a:solidFill>
                <a:ea typeface="Calibri"/>
                <a:cs typeface="Calibri"/>
                <a:sym typeface="Calibri"/>
              </a:rPr>
              <a:t>More advertisement should be done to get more users .</a:t>
            </a:r>
          </a:p>
          <a:p>
            <a:pPr>
              <a:buFont typeface="Wingdings" panose="05000000000000000000" pitchFamily="2" charset="2"/>
              <a:buChar char="Ø"/>
            </a:pPr>
            <a:r>
              <a:rPr lang="en-US" dirty="0">
                <a:solidFill>
                  <a:schemeClr val="dk1"/>
                </a:solidFill>
                <a:ea typeface="Calibri"/>
                <a:cs typeface="Calibri"/>
                <a:sym typeface="Calibri"/>
              </a:rPr>
              <a:t>Add more engaging activity challenges to attract more users. </a:t>
            </a:r>
            <a:r>
              <a:rPr lang="en-IN" dirty="0"/>
              <a:t> </a:t>
            </a:r>
            <a:br>
              <a:rPr lang="en-IN" dirty="0"/>
            </a:br>
            <a:br>
              <a:rPr lang="en-IN" dirty="0"/>
            </a:br>
            <a:endParaRPr lang="en-IN" dirty="0"/>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077D50C5-755D-B038-1328-C97E17C432CF}"/>
                  </a:ext>
                </a:extLst>
              </p14:cNvPr>
              <p14:cNvContentPartPr/>
              <p14:nvPr/>
            </p14:nvContentPartPr>
            <p14:xfrm>
              <a:off x="-899400" y="1752480"/>
              <a:ext cx="360" cy="360"/>
            </p14:xfrm>
          </p:contentPart>
        </mc:Choice>
        <mc:Fallback xmlns="">
          <p:pic>
            <p:nvPicPr>
              <p:cNvPr id="9" name="Ink 8">
                <a:extLst>
                  <a:ext uri="{FF2B5EF4-FFF2-40B4-BE49-F238E27FC236}">
                    <a16:creationId xmlns:a16="http://schemas.microsoft.com/office/drawing/2014/main" id="{077D50C5-755D-B038-1328-C97E17C432CF}"/>
                  </a:ext>
                </a:extLst>
              </p:cNvPr>
              <p:cNvPicPr/>
              <p:nvPr/>
            </p:nvPicPr>
            <p:blipFill>
              <a:blip r:embed="rId3"/>
              <a:stretch>
                <a:fillRect/>
              </a:stretch>
            </p:blipFill>
            <p:spPr>
              <a:xfrm>
                <a:off x="-917400" y="173448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AC0932A8-7F9D-76CF-C9F2-85C0C10AB7FC}"/>
                  </a:ext>
                </a:extLst>
              </p14:cNvPr>
              <p14:cNvContentPartPr/>
              <p14:nvPr/>
            </p14:nvContentPartPr>
            <p14:xfrm>
              <a:off x="1798440" y="2880000"/>
              <a:ext cx="360" cy="360"/>
            </p14:xfrm>
          </p:contentPart>
        </mc:Choice>
        <mc:Fallback xmlns="">
          <p:pic>
            <p:nvPicPr>
              <p:cNvPr id="10" name="Ink 9">
                <a:extLst>
                  <a:ext uri="{FF2B5EF4-FFF2-40B4-BE49-F238E27FC236}">
                    <a16:creationId xmlns:a16="http://schemas.microsoft.com/office/drawing/2014/main" id="{AC0932A8-7F9D-76CF-C9F2-85C0C10AB7FC}"/>
                  </a:ext>
                </a:extLst>
              </p:cNvPr>
              <p:cNvPicPr/>
              <p:nvPr/>
            </p:nvPicPr>
            <p:blipFill>
              <a:blip r:embed="rId3"/>
              <a:stretch>
                <a:fillRect/>
              </a:stretch>
            </p:blipFill>
            <p:spPr>
              <a:xfrm>
                <a:off x="1780440" y="286200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F1E1B312-0211-E06D-9E52-C3C29ED0FA60}"/>
                  </a:ext>
                </a:extLst>
              </p14:cNvPr>
              <p14:cNvContentPartPr/>
              <p14:nvPr/>
            </p14:nvContentPartPr>
            <p14:xfrm>
              <a:off x="1056480" y="2633760"/>
              <a:ext cx="1279440" cy="598680"/>
            </p14:xfrm>
          </p:contentPart>
        </mc:Choice>
        <mc:Fallback xmlns="">
          <p:pic>
            <p:nvPicPr>
              <p:cNvPr id="11" name="Ink 10">
                <a:extLst>
                  <a:ext uri="{FF2B5EF4-FFF2-40B4-BE49-F238E27FC236}">
                    <a16:creationId xmlns:a16="http://schemas.microsoft.com/office/drawing/2014/main" id="{F1E1B312-0211-E06D-9E52-C3C29ED0FA60}"/>
                  </a:ext>
                </a:extLst>
              </p:cNvPr>
              <p:cNvPicPr/>
              <p:nvPr/>
            </p:nvPicPr>
            <p:blipFill>
              <a:blip r:embed="rId6"/>
              <a:stretch>
                <a:fillRect/>
              </a:stretch>
            </p:blipFill>
            <p:spPr>
              <a:xfrm>
                <a:off x="1038840" y="2615760"/>
                <a:ext cx="1315080" cy="634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86F40953-AA38-1267-FB91-17C92B6713FB}"/>
                  </a:ext>
                </a:extLst>
              </p14:cNvPr>
              <p14:cNvContentPartPr/>
              <p14:nvPr/>
            </p14:nvContentPartPr>
            <p14:xfrm>
              <a:off x="1035180" y="2523360"/>
              <a:ext cx="1463040" cy="605880"/>
            </p14:xfrm>
          </p:contentPart>
        </mc:Choice>
        <mc:Fallback xmlns="">
          <p:pic>
            <p:nvPicPr>
              <p:cNvPr id="12" name="Ink 11">
                <a:extLst>
                  <a:ext uri="{FF2B5EF4-FFF2-40B4-BE49-F238E27FC236}">
                    <a16:creationId xmlns:a16="http://schemas.microsoft.com/office/drawing/2014/main" id="{86F40953-AA38-1267-FB91-17C92B6713FB}"/>
                  </a:ext>
                </a:extLst>
              </p:cNvPr>
              <p:cNvPicPr/>
              <p:nvPr/>
            </p:nvPicPr>
            <p:blipFill>
              <a:blip r:embed="rId8"/>
              <a:stretch>
                <a:fillRect/>
              </a:stretch>
            </p:blipFill>
            <p:spPr>
              <a:xfrm>
                <a:off x="1017540" y="2505720"/>
                <a:ext cx="1498680" cy="641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DAF61630-5DC4-B80E-4472-D38C7FC09462}"/>
                  </a:ext>
                </a:extLst>
              </p14:cNvPr>
              <p14:cNvContentPartPr/>
              <p14:nvPr/>
            </p14:nvContentPartPr>
            <p14:xfrm>
              <a:off x="12496920" y="3672720"/>
              <a:ext cx="360" cy="360"/>
            </p14:xfrm>
          </p:contentPart>
        </mc:Choice>
        <mc:Fallback xmlns="">
          <p:pic>
            <p:nvPicPr>
              <p:cNvPr id="13" name="Ink 12">
                <a:extLst>
                  <a:ext uri="{FF2B5EF4-FFF2-40B4-BE49-F238E27FC236}">
                    <a16:creationId xmlns:a16="http://schemas.microsoft.com/office/drawing/2014/main" id="{DAF61630-5DC4-B80E-4472-D38C7FC09462}"/>
                  </a:ext>
                </a:extLst>
              </p:cNvPr>
              <p:cNvPicPr/>
              <p:nvPr/>
            </p:nvPicPr>
            <p:blipFill>
              <a:blip r:embed="rId3"/>
              <a:stretch>
                <a:fillRect/>
              </a:stretch>
            </p:blipFill>
            <p:spPr>
              <a:xfrm>
                <a:off x="12478920" y="3654720"/>
                <a:ext cx="36000" cy="36000"/>
              </a:xfrm>
              <a:prstGeom prst="rect">
                <a:avLst/>
              </a:prstGeom>
            </p:spPr>
          </p:pic>
        </mc:Fallback>
      </mc:AlternateContent>
      <p:pic>
        <p:nvPicPr>
          <p:cNvPr id="14" name="Google Shape;128;p19">
            <a:extLst>
              <a:ext uri="{FF2B5EF4-FFF2-40B4-BE49-F238E27FC236}">
                <a16:creationId xmlns:a16="http://schemas.microsoft.com/office/drawing/2014/main" id="{771B3429-6E99-6AB9-44D4-2DA0BF6B927E}"/>
              </a:ext>
            </a:extLst>
          </p:cNvPr>
          <p:cNvPicPr preferRelativeResize="0"/>
          <p:nvPr/>
        </p:nvPicPr>
        <p:blipFill rotWithShape="1">
          <a:blip r:embed="rId10">
            <a:alphaModFix/>
          </a:blip>
          <a:srcRect/>
          <a:stretch/>
        </p:blipFill>
        <p:spPr>
          <a:xfrm>
            <a:off x="2158024" y="3560238"/>
            <a:ext cx="2816269" cy="2202307"/>
          </a:xfrm>
          <a:prstGeom prst="rect">
            <a:avLst/>
          </a:prstGeom>
          <a:noFill/>
          <a:ln>
            <a:noFill/>
          </a:ln>
        </p:spPr>
      </p:pic>
    </p:spTree>
    <p:extLst>
      <p:ext uri="{BB962C8B-B14F-4D97-AF65-F5344CB8AC3E}">
        <p14:creationId xmlns:p14="http://schemas.microsoft.com/office/powerpoint/2010/main" val="4028450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9477C-41BD-7EFD-61E7-14B1270A811D}"/>
              </a:ext>
            </a:extLst>
          </p:cNvPr>
          <p:cNvSpPr>
            <a:spLocks noGrp="1"/>
          </p:cNvSpPr>
          <p:nvPr>
            <p:ph type="title"/>
          </p:nvPr>
        </p:nvSpPr>
        <p:spPr/>
        <p:txBody>
          <a:bodyPr/>
          <a:lstStyle/>
          <a:p>
            <a:pPr algn="ctr"/>
            <a:r>
              <a:rPr lang="en-IN" u="sng">
                <a:latin typeface="Comic Sans MS" panose="030F0702030302020204" pitchFamily="66" charset="0"/>
              </a:rPr>
              <a:t>Tags </a:t>
            </a:r>
            <a:r>
              <a:rPr lang="en-IN" u="sng" dirty="0">
                <a:latin typeface="Comic Sans MS" panose="030F0702030302020204" pitchFamily="66" charset="0"/>
              </a:rPr>
              <a:t>Distribution</a:t>
            </a:r>
          </a:p>
        </p:txBody>
      </p:sp>
      <p:sp>
        <p:nvSpPr>
          <p:cNvPr id="3" name="Content Placeholder 2">
            <a:extLst>
              <a:ext uri="{FF2B5EF4-FFF2-40B4-BE49-F238E27FC236}">
                <a16:creationId xmlns:a16="http://schemas.microsoft.com/office/drawing/2014/main" id="{0F31C49C-5A25-7F78-BF2F-73B6E44957F2}"/>
              </a:ext>
            </a:extLst>
          </p:cNvPr>
          <p:cNvSpPr>
            <a:spLocks noGrp="1"/>
          </p:cNvSpPr>
          <p:nvPr>
            <p:ph sz="half" idx="1"/>
          </p:nvPr>
        </p:nvSpPr>
        <p:spPr/>
        <p:txBody>
          <a:bodyPr>
            <a:normAutofit fontScale="77500" lnSpcReduction="20000"/>
          </a:bodyPr>
          <a:lstStyle/>
          <a:p>
            <a:br>
              <a:rPr lang="en-IN" dirty="0"/>
            </a:br>
            <a:endParaRPr lang="en-IN" dirty="0"/>
          </a:p>
        </p:txBody>
      </p:sp>
      <p:sp>
        <p:nvSpPr>
          <p:cNvPr id="7" name="Content Placeholder 6">
            <a:extLst>
              <a:ext uri="{FF2B5EF4-FFF2-40B4-BE49-F238E27FC236}">
                <a16:creationId xmlns:a16="http://schemas.microsoft.com/office/drawing/2014/main" id="{0600AE32-CE5C-9076-E32B-93871D391965}"/>
              </a:ext>
            </a:extLst>
          </p:cNvPr>
          <p:cNvSpPr>
            <a:spLocks noGrp="1"/>
          </p:cNvSpPr>
          <p:nvPr>
            <p:ph sz="half" idx="2"/>
          </p:nvPr>
        </p:nvSpPr>
        <p:spPr>
          <a:xfrm>
            <a:off x="6217920" y="2680447"/>
            <a:ext cx="4937760" cy="3188648"/>
          </a:xfrm>
        </p:spPr>
        <p:txBody>
          <a:bodyPr>
            <a:normAutofit fontScale="77500" lnSpcReduction="20000"/>
          </a:bodyPr>
          <a:lstStyle/>
          <a:p>
            <a:pPr>
              <a:buFont typeface="Wingdings" panose="05000000000000000000" pitchFamily="2" charset="2"/>
              <a:buChar char="Ø"/>
            </a:pPr>
            <a:r>
              <a:rPr lang="en-IN" sz="2600" dirty="0"/>
              <a:t>Maximum number of posts are done with tag “ Fun”,” Party”,“ Smile” and “Beach”.</a:t>
            </a:r>
            <a:br>
              <a:rPr lang="en-IN" sz="2600" dirty="0"/>
            </a:br>
            <a:endParaRPr lang="en-IN" sz="2600" dirty="0"/>
          </a:p>
          <a:p>
            <a:pPr>
              <a:buFont typeface="Wingdings" panose="05000000000000000000" pitchFamily="2" charset="2"/>
              <a:buChar char="Ø"/>
            </a:pPr>
            <a:r>
              <a:rPr lang="en-IN" sz="2600" dirty="0"/>
              <a:t>Posts got less number of engagement  done with tag related to food and photography.</a:t>
            </a:r>
            <a:br>
              <a:rPr lang="en-IN" sz="2600" dirty="0"/>
            </a:br>
            <a:endParaRPr lang="en-IN" sz="2600" dirty="0"/>
          </a:p>
          <a:p>
            <a:pPr>
              <a:buFont typeface="Wingdings" panose="05000000000000000000" pitchFamily="2" charset="2"/>
              <a:buChar char="Ø"/>
            </a:pPr>
            <a:r>
              <a:rPr lang="en-IN" sz="2600" dirty="0"/>
              <a:t> Content creators can be guided to create more engaging content using these hashtag.</a:t>
            </a:r>
          </a:p>
          <a:p>
            <a:pPr marL="0" indent="0">
              <a:buNone/>
            </a:pPr>
            <a:br>
              <a:rPr lang="en-IN" dirty="0"/>
            </a:br>
            <a:br>
              <a:rPr lang="en-IN" dirty="0"/>
            </a:br>
            <a:br>
              <a:rPr lang="en-IN" dirty="0"/>
            </a:br>
            <a:endParaRPr lang="en-IN" dirty="0"/>
          </a:p>
          <a:p>
            <a:pPr marL="0" indent="0">
              <a:buNone/>
            </a:pPr>
            <a:endParaRPr lang="en-IN" dirty="0"/>
          </a:p>
          <a:p>
            <a:pPr marL="0" indent="0">
              <a:buNone/>
            </a:pPr>
            <a:endParaRPr lang="en-IN" dirty="0"/>
          </a:p>
        </p:txBody>
      </p:sp>
      <p:pic>
        <p:nvPicPr>
          <p:cNvPr id="4" name="Picture 3">
            <a:extLst>
              <a:ext uri="{FF2B5EF4-FFF2-40B4-BE49-F238E27FC236}">
                <a16:creationId xmlns:a16="http://schemas.microsoft.com/office/drawing/2014/main" id="{A02B5814-4005-9CBB-E661-0DE7BF81586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6410" y="2432958"/>
            <a:ext cx="5731510" cy="2988128"/>
          </a:xfrm>
          <a:prstGeom prst="rect">
            <a:avLst/>
          </a:prstGeom>
          <a:noFill/>
          <a:ln>
            <a:noFill/>
          </a:ln>
        </p:spPr>
      </p:pic>
    </p:spTree>
    <p:extLst>
      <p:ext uri="{BB962C8B-B14F-4D97-AF65-F5344CB8AC3E}">
        <p14:creationId xmlns:p14="http://schemas.microsoft.com/office/powerpoint/2010/main" val="2582678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FFFCB-FB7F-8F90-AF1C-1A7FFE0EB619}"/>
              </a:ext>
            </a:extLst>
          </p:cNvPr>
          <p:cNvSpPr>
            <a:spLocks noGrp="1"/>
          </p:cNvSpPr>
          <p:nvPr>
            <p:ph type="title"/>
          </p:nvPr>
        </p:nvSpPr>
        <p:spPr/>
        <p:txBody>
          <a:bodyPr/>
          <a:lstStyle/>
          <a:p>
            <a:pPr algn="ctr"/>
            <a:r>
              <a:rPr lang="en-IN" u="sng" dirty="0">
                <a:latin typeface="Comic Sans MS" panose="030F0702030302020204" pitchFamily="66" charset="0"/>
                <a:ea typeface="Cascadia Code" panose="020B0609020000020004" pitchFamily="49" charset="0"/>
                <a:cs typeface="Cascadia Code" panose="020B0609020000020004" pitchFamily="49" charset="0"/>
              </a:rPr>
              <a:t>Top Users</a:t>
            </a:r>
          </a:p>
        </p:txBody>
      </p:sp>
      <p:sp>
        <p:nvSpPr>
          <p:cNvPr id="3" name="Text Placeholder 2">
            <a:extLst>
              <a:ext uri="{FF2B5EF4-FFF2-40B4-BE49-F238E27FC236}">
                <a16:creationId xmlns:a16="http://schemas.microsoft.com/office/drawing/2014/main" id="{ECAE7A02-38A8-A5DA-DB0B-58FA744E9D69}"/>
              </a:ext>
            </a:extLst>
          </p:cNvPr>
          <p:cNvSpPr>
            <a:spLocks noGrp="1"/>
          </p:cNvSpPr>
          <p:nvPr>
            <p:ph type="body" idx="1"/>
          </p:nvPr>
        </p:nvSpPr>
        <p:spPr/>
        <p:txBody>
          <a:bodyPr/>
          <a:lstStyle/>
          <a:p>
            <a:endParaRPr lang="en-IN"/>
          </a:p>
        </p:txBody>
      </p:sp>
      <p:sp>
        <p:nvSpPr>
          <p:cNvPr id="5" name="Text Placeholder 4">
            <a:extLst>
              <a:ext uri="{FF2B5EF4-FFF2-40B4-BE49-F238E27FC236}">
                <a16:creationId xmlns:a16="http://schemas.microsoft.com/office/drawing/2014/main" id="{519362EA-ABDD-87F5-F7A7-717B1F1ED09F}"/>
              </a:ext>
            </a:extLst>
          </p:cNvPr>
          <p:cNvSpPr>
            <a:spLocks noGrp="1"/>
          </p:cNvSpPr>
          <p:nvPr>
            <p:ph type="body" sz="quarter" idx="3"/>
          </p:nvPr>
        </p:nvSpPr>
        <p:spPr/>
        <p:txBody>
          <a:bodyPr/>
          <a:lstStyle/>
          <a:p>
            <a:endParaRPr lang="en-IN"/>
          </a:p>
        </p:txBody>
      </p:sp>
      <p:sp>
        <p:nvSpPr>
          <p:cNvPr id="6" name="Content Placeholder 5">
            <a:extLst>
              <a:ext uri="{FF2B5EF4-FFF2-40B4-BE49-F238E27FC236}">
                <a16:creationId xmlns:a16="http://schemas.microsoft.com/office/drawing/2014/main" id="{678C7410-FF34-2A31-B861-0650913BA00E}"/>
              </a:ext>
            </a:extLst>
          </p:cNvPr>
          <p:cNvSpPr>
            <a:spLocks noGrp="1"/>
          </p:cNvSpPr>
          <p:nvPr>
            <p:ph sz="quarter" idx="4"/>
          </p:nvPr>
        </p:nvSpPr>
        <p:spPr/>
        <p:txBody>
          <a:bodyPr/>
          <a:lstStyle/>
          <a:p>
            <a:pPr>
              <a:buFont typeface="Wingdings" panose="05000000000000000000" pitchFamily="2" charset="2"/>
              <a:buChar char="Ø"/>
            </a:pPr>
            <a:r>
              <a:rPr lang="en-IN" dirty="0"/>
              <a:t>Top users get massive engagement with single post.</a:t>
            </a:r>
          </a:p>
          <a:p>
            <a:pPr>
              <a:buFont typeface="Wingdings" panose="05000000000000000000" pitchFamily="2" charset="2"/>
              <a:buChar char="Ø"/>
            </a:pPr>
            <a:r>
              <a:rPr lang="en-US" dirty="0"/>
              <a:t>For an ad campaign, targeting ten users like these is often more effective than targeting one celebrity.</a:t>
            </a:r>
          </a:p>
          <a:p>
            <a:pPr>
              <a:buFont typeface="Wingdings" panose="05000000000000000000" pitchFamily="2" charset="2"/>
              <a:buChar char="Ø"/>
            </a:pPr>
            <a:r>
              <a:rPr lang="en-IN" dirty="0"/>
              <a:t> </a:t>
            </a:r>
            <a:r>
              <a:rPr lang="en-US" dirty="0"/>
              <a:t>With an average engagement rate peak of 166, </a:t>
            </a:r>
            <a:r>
              <a:rPr lang="en-US" dirty="0" err="1"/>
              <a:t>Karley_Bosco</a:t>
            </a:r>
            <a:r>
              <a:rPr lang="en-US" dirty="0"/>
              <a:t> represents an 'Ideal Content' benchmark.</a:t>
            </a:r>
            <a:endParaRPr lang="en-IN" dirty="0"/>
          </a:p>
        </p:txBody>
      </p:sp>
      <p:pic>
        <p:nvPicPr>
          <p:cNvPr id="7" name="image39.png">
            <a:extLst>
              <a:ext uri="{FF2B5EF4-FFF2-40B4-BE49-F238E27FC236}">
                <a16:creationId xmlns:a16="http://schemas.microsoft.com/office/drawing/2014/main" id="{67ABA9F6-85B1-32CD-80E6-073B9A4DF685}"/>
              </a:ext>
            </a:extLst>
          </p:cNvPr>
          <p:cNvPicPr>
            <a:picLocks noGrp="1"/>
          </p:cNvPicPr>
          <p:nvPr>
            <p:ph sz="half" idx="2"/>
          </p:nvPr>
        </p:nvPicPr>
        <p:blipFill>
          <a:blip r:embed="rId2"/>
          <a:srcRect/>
          <a:stretch>
            <a:fillRect/>
          </a:stretch>
        </p:blipFill>
        <p:spPr>
          <a:xfrm>
            <a:off x="1035369" y="2877671"/>
            <a:ext cx="4938712" cy="2832847"/>
          </a:xfrm>
          <a:prstGeom prst="rect">
            <a:avLst/>
          </a:prstGeom>
          <a:ln/>
        </p:spPr>
      </p:pic>
    </p:spTree>
    <p:extLst>
      <p:ext uri="{BB962C8B-B14F-4D97-AF65-F5344CB8AC3E}">
        <p14:creationId xmlns:p14="http://schemas.microsoft.com/office/powerpoint/2010/main" val="1372794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F01D6-D391-8919-8D36-47154A91D7A8}"/>
              </a:ext>
            </a:extLst>
          </p:cNvPr>
          <p:cNvSpPr>
            <a:spLocks noGrp="1"/>
          </p:cNvSpPr>
          <p:nvPr>
            <p:ph type="title"/>
          </p:nvPr>
        </p:nvSpPr>
        <p:spPr/>
        <p:txBody>
          <a:bodyPr/>
          <a:lstStyle/>
          <a:p>
            <a:pPr algn="ctr"/>
            <a:r>
              <a:rPr lang="en-IN" u="sng" dirty="0">
                <a:latin typeface="Comic Sans MS" panose="030F0702030302020204" pitchFamily="66" charset="0"/>
              </a:rPr>
              <a:t>Post distribution </a:t>
            </a:r>
          </a:p>
        </p:txBody>
      </p:sp>
      <p:sp>
        <p:nvSpPr>
          <p:cNvPr id="8" name="Content Placeholder 7">
            <a:extLst>
              <a:ext uri="{FF2B5EF4-FFF2-40B4-BE49-F238E27FC236}">
                <a16:creationId xmlns:a16="http://schemas.microsoft.com/office/drawing/2014/main" id="{796000EB-0A9D-7225-DC79-0283F4AC5A19}"/>
              </a:ext>
            </a:extLst>
          </p:cNvPr>
          <p:cNvSpPr>
            <a:spLocks noGrp="1"/>
          </p:cNvSpPr>
          <p:nvPr>
            <p:ph sz="half" idx="2"/>
          </p:nvPr>
        </p:nvSpPr>
        <p:spPr>
          <a:xfrm>
            <a:off x="6217920" y="2375647"/>
            <a:ext cx="4937760" cy="3493447"/>
          </a:xfrm>
        </p:spPr>
        <p:txBody>
          <a:bodyPr/>
          <a:lstStyle/>
          <a:p>
            <a:pPr>
              <a:buFont typeface="Wingdings" panose="05000000000000000000" pitchFamily="2" charset="2"/>
              <a:buChar char="Ø"/>
            </a:pPr>
            <a:r>
              <a:rPr lang="en-US" dirty="0"/>
              <a:t>The largest group of users (</a:t>
            </a:r>
            <a:r>
              <a:rPr lang="en-US" b="1" dirty="0"/>
              <a:t>26 users</a:t>
            </a:r>
            <a:r>
              <a:rPr lang="en-US" dirty="0"/>
              <a:t>) has posted </a:t>
            </a:r>
            <a:r>
              <a:rPr lang="en-US" b="1" dirty="0"/>
              <a:t>0 photos</a:t>
            </a:r>
            <a:r>
              <a:rPr lang="en-US" dirty="0"/>
              <a:t>.</a:t>
            </a:r>
          </a:p>
          <a:p>
            <a:pPr>
              <a:buFont typeface="Wingdings" panose="05000000000000000000" pitchFamily="2" charset="2"/>
              <a:buChar char="Ø"/>
            </a:pPr>
            <a:r>
              <a:rPr lang="en-US" dirty="0"/>
              <a:t>Launching hashtag challenges and engagement games can effectively bridge the gap for users with lower post frequencies.</a:t>
            </a:r>
          </a:p>
          <a:p>
            <a:pPr>
              <a:buFont typeface="Wingdings" panose="05000000000000000000" pitchFamily="2" charset="2"/>
              <a:buChar char="Ø"/>
            </a:pPr>
            <a:r>
              <a:rPr lang="en-US" dirty="0"/>
              <a:t>Active Users can use popular hashtags for better engagement.</a:t>
            </a:r>
            <a:endParaRPr lang="en-IN" dirty="0"/>
          </a:p>
        </p:txBody>
      </p:sp>
      <p:pic>
        <p:nvPicPr>
          <p:cNvPr id="11" name="Google Shape;136;p20">
            <a:extLst>
              <a:ext uri="{FF2B5EF4-FFF2-40B4-BE49-F238E27FC236}">
                <a16:creationId xmlns:a16="http://schemas.microsoft.com/office/drawing/2014/main" id="{A0FD9BE7-A5FC-C11A-B365-13F49CC0CF2A}"/>
              </a:ext>
            </a:extLst>
          </p:cNvPr>
          <p:cNvPicPr preferRelativeResize="0">
            <a:picLocks noGrp="1"/>
          </p:cNvPicPr>
          <p:nvPr>
            <p:ph sz="half" idx="1"/>
          </p:nvPr>
        </p:nvPicPr>
        <p:blipFill rotWithShape="1">
          <a:blip r:embed="rId2">
            <a:alphaModFix/>
          </a:blip>
          <a:srcRect/>
          <a:stretch/>
        </p:blipFill>
        <p:spPr>
          <a:xfrm>
            <a:off x="1096963" y="2608728"/>
            <a:ext cx="4938712" cy="2070847"/>
          </a:xfrm>
          <a:prstGeom prst="rect">
            <a:avLst/>
          </a:prstGeom>
          <a:noFill/>
          <a:ln>
            <a:noFill/>
          </a:ln>
        </p:spPr>
      </p:pic>
    </p:spTree>
    <p:extLst>
      <p:ext uri="{BB962C8B-B14F-4D97-AF65-F5344CB8AC3E}">
        <p14:creationId xmlns:p14="http://schemas.microsoft.com/office/powerpoint/2010/main" val="3823814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36793-EDA0-94C2-92B6-5A52515E77E1}"/>
              </a:ext>
            </a:extLst>
          </p:cNvPr>
          <p:cNvSpPr>
            <a:spLocks noGrp="1"/>
          </p:cNvSpPr>
          <p:nvPr>
            <p:ph type="title"/>
          </p:nvPr>
        </p:nvSpPr>
        <p:spPr/>
        <p:txBody>
          <a:bodyPr/>
          <a:lstStyle/>
          <a:p>
            <a:pPr algn="ctr"/>
            <a:r>
              <a:rPr lang="en-IN" u="sng" dirty="0">
                <a:latin typeface="Comic Sans MS" panose="030F0702030302020204" pitchFamily="66" charset="0"/>
              </a:rPr>
              <a:t>User Acquisition</a:t>
            </a:r>
          </a:p>
        </p:txBody>
      </p:sp>
      <p:sp>
        <p:nvSpPr>
          <p:cNvPr id="5" name="Content Placeholder 4">
            <a:extLst>
              <a:ext uri="{FF2B5EF4-FFF2-40B4-BE49-F238E27FC236}">
                <a16:creationId xmlns:a16="http://schemas.microsoft.com/office/drawing/2014/main" id="{C53F74F2-A1A0-293F-F71F-5D0B3EE0D23C}"/>
              </a:ext>
            </a:extLst>
          </p:cNvPr>
          <p:cNvSpPr>
            <a:spLocks noGrp="1"/>
          </p:cNvSpPr>
          <p:nvPr>
            <p:ph idx="1"/>
          </p:nvPr>
        </p:nvSpPr>
        <p:spPr/>
        <p:txBody>
          <a:bodyPr/>
          <a:lstStyle/>
          <a:p>
            <a:pPr lvl="0"/>
            <a:endParaRPr lang="en-IN" dirty="0"/>
          </a:p>
          <a:p>
            <a:pPr lvl="0"/>
            <a:endParaRPr lang="en-IN" dirty="0"/>
          </a:p>
          <a:p>
            <a:pPr lvl="0"/>
            <a:endParaRPr lang="en-IN" dirty="0"/>
          </a:p>
          <a:p>
            <a:pPr lvl="0"/>
            <a:endParaRPr lang="en-IN" dirty="0"/>
          </a:p>
        </p:txBody>
      </p:sp>
      <p:grpSp>
        <p:nvGrpSpPr>
          <p:cNvPr id="7" name="Group 6">
            <a:extLst>
              <a:ext uri="{FF2B5EF4-FFF2-40B4-BE49-F238E27FC236}">
                <a16:creationId xmlns:a16="http://schemas.microsoft.com/office/drawing/2014/main" id="{754ABA65-1200-54B8-AA99-C69E2FFEA111}"/>
              </a:ext>
            </a:extLst>
          </p:cNvPr>
          <p:cNvGrpSpPr/>
          <p:nvPr/>
        </p:nvGrpSpPr>
        <p:grpSpPr>
          <a:xfrm>
            <a:off x="1097280" y="2506294"/>
            <a:ext cx="8766648" cy="4065103"/>
            <a:chOff x="1233064" y="2072025"/>
            <a:chExt cx="8766648" cy="4065103"/>
          </a:xfrm>
        </p:grpSpPr>
        <p:sp>
          <p:nvSpPr>
            <p:cNvPr id="8" name="Rectangle: Rounded Corners 7">
              <a:extLst>
                <a:ext uri="{FF2B5EF4-FFF2-40B4-BE49-F238E27FC236}">
                  <a16:creationId xmlns:a16="http://schemas.microsoft.com/office/drawing/2014/main" id="{E357636C-0DEF-A860-518D-AFF78F1EF809}"/>
                </a:ext>
              </a:extLst>
            </p:cNvPr>
            <p:cNvSpPr/>
            <p:nvPr/>
          </p:nvSpPr>
          <p:spPr>
            <a:xfrm>
              <a:off x="1233064" y="2106707"/>
              <a:ext cx="2439756" cy="305590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dirty="0"/>
            </a:p>
          </p:txBody>
        </p:sp>
        <p:sp>
          <p:nvSpPr>
            <p:cNvPr id="9" name="Freeform: Shape 8">
              <a:extLst>
                <a:ext uri="{FF2B5EF4-FFF2-40B4-BE49-F238E27FC236}">
                  <a16:creationId xmlns:a16="http://schemas.microsoft.com/office/drawing/2014/main" id="{DD05B031-0A1F-1406-1924-8DE3656A93F0}"/>
                </a:ext>
              </a:extLst>
            </p:cNvPr>
            <p:cNvSpPr/>
            <p:nvPr/>
          </p:nvSpPr>
          <p:spPr>
            <a:xfrm>
              <a:off x="2192287" y="2401862"/>
              <a:ext cx="2439756" cy="905149"/>
            </a:xfrm>
            <a:custGeom>
              <a:avLst/>
              <a:gdLst>
                <a:gd name="csX0" fmla="*/ 0 w 2439756"/>
                <a:gd name="csY0" fmla="*/ 0 h 905149"/>
                <a:gd name="csX1" fmla="*/ 2439756 w 2439756"/>
                <a:gd name="csY1" fmla="*/ 0 h 905149"/>
                <a:gd name="csX2" fmla="*/ 2439756 w 2439756"/>
                <a:gd name="csY2" fmla="*/ 905149 h 905149"/>
                <a:gd name="csX3" fmla="*/ 0 w 2439756"/>
                <a:gd name="csY3" fmla="*/ 905149 h 905149"/>
                <a:gd name="csX4" fmla="*/ 0 w 2439756"/>
                <a:gd name="csY4" fmla="*/ 0 h 905149"/>
              </a:gdLst>
              <a:ahLst/>
              <a:cxnLst>
                <a:cxn ang="0">
                  <a:pos x="csX0" y="csY0"/>
                </a:cxn>
                <a:cxn ang="0">
                  <a:pos x="csX1" y="csY1"/>
                </a:cxn>
                <a:cxn ang="0">
                  <a:pos x="csX2" y="csY2"/>
                </a:cxn>
                <a:cxn ang="0">
                  <a:pos x="csX3" y="csY3"/>
                </a:cxn>
                <a:cxn ang="0">
                  <a:pos x="csX4" y="csY4"/>
                </a:cxn>
              </a:cxnLst>
              <a:rect l="l" t="t" r="r" b="b"/>
              <a:pathLst>
                <a:path w="2439756" h="905149">
                  <a:moveTo>
                    <a:pt x="0" y="0"/>
                  </a:moveTo>
                  <a:lnTo>
                    <a:pt x="2439756" y="0"/>
                  </a:lnTo>
                  <a:lnTo>
                    <a:pt x="2439756" y="905149"/>
                  </a:lnTo>
                  <a:lnTo>
                    <a:pt x="0" y="90514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8704" tIns="298704" rIns="298704" bIns="0" numCol="1" spcCol="1270" anchor="t" anchorCtr="0">
              <a:noAutofit/>
            </a:bodyPr>
            <a:lstStyle/>
            <a:p>
              <a:pPr marL="0" lvl="0" indent="0" algn="ctr" defTabSz="1866900">
                <a:lnSpc>
                  <a:spcPct val="90000"/>
                </a:lnSpc>
                <a:spcBef>
                  <a:spcPct val="0"/>
                </a:spcBef>
                <a:spcAft>
                  <a:spcPct val="35000"/>
                </a:spcAft>
                <a:buNone/>
              </a:pPr>
              <a:endParaRPr lang="en-IN" sz="4200" kern="1200"/>
            </a:p>
          </p:txBody>
        </p:sp>
        <p:sp>
          <p:nvSpPr>
            <p:cNvPr id="10" name="Rectangle: Rounded Corners 9">
              <a:extLst>
                <a:ext uri="{FF2B5EF4-FFF2-40B4-BE49-F238E27FC236}">
                  <a16:creationId xmlns:a16="http://schemas.microsoft.com/office/drawing/2014/main" id="{D7754AEE-90FE-10B7-8F91-442B171E1AFB}"/>
                </a:ext>
              </a:extLst>
            </p:cNvPr>
            <p:cNvSpPr/>
            <p:nvPr/>
          </p:nvSpPr>
          <p:spPr>
            <a:xfrm>
              <a:off x="6418937" y="2106706"/>
              <a:ext cx="2439756" cy="305590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lvl="0"/>
              <a:br>
                <a:rPr lang="en-US" sz="2000" b="1" dirty="0">
                  <a:solidFill>
                    <a:srgbClr val="002060"/>
                  </a:solidFill>
                  <a:ea typeface="Calibri"/>
                  <a:cs typeface="Calibri"/>
                  <a:sym typeface="Calibri"/>
                </a:rPr>
              </a:br>
              <a:r>
                <a:rPr lang="en-US" sz="2000" b="1" dirty="0">
                  <a:solidFill>
                    <a:srgbClr val="002060"/>
                  </a:solidFill>
                  <a:ea typeface="Calibri"/>
                  <a:cs typeface="Calibri"/>
                  <a:sym typeface="Calibri"/>
                </a:rPr>
                <a:t>Referral Incentives</a:t>
              </a:r>
              <a:endParaRPr lang="en-US" b="1" dirty="0">
                <a:solidFill>
                  <a:srgbClr val="002060"/>
                </a:solidFill>
                <a:ea typeface="Calibri"/>
                <a:cs typeface="Calibri"/>
                <a:sym typeface="Calibri"/>
              </a:endParaRPr>
            </a:p>
            <a:p>
              <a:pPr lvl="0"/>
              <a:endParaRPr lang="en-US" dirty="0">
                <a:solidFill>
                  <a:schemeClr val="dk1"/>
                </a:solidFill>
                <a:ea typeface="Calibri"/>
                <a:cs typeface="Calibri"/>
                <a:sym typeface="Calibri"/>
              </a:endParaRPr>
            </a:p>
            <a:p>
              <a:pPr lvl="0"/>
              <a:r>
                <a:rPr lang="en-US" dirty="0">
                  <a:solidFill>
                    <a:schemeClr val="dk1"/>
                  </a:solidFill>
                  <a:ea typeface="Calibri"/>
                  <a:cs typeface="Calibri"/>
                  <a:sym typeface="Calibri"/>
                </a:rPr>
                <a:t>Launch a referral program rewarding users with discounts or exclusive content for bringing in new members.</a:t>
              </a:r>
              <a:endParaRPr lang="en-US" dirty="0"/>
            </a:p>
            <a:p>
              <a:endParaRPr lang="en-IN" dirty="0"/>
            </a:p>
          </p:txBody>
        </p:sp>
        <p:sp>
          <p:nvSpPr>
            <p:cNvPr id="11" name="Freeform: Shape 10">
              <a:extLst>
                <a:ext uri="{FF2B5EF4-FFF2-40B4-BE49-F238E27FC236}">
                  <a16:creationId xmlns:a16="http://schemas.microsoft.com/office/drawing/2014/main" id="{5C4B38C9-F064-AA80-AC10-298E6055D42C}"/>
                </a:ext>
              </a:extLst>
            </p:cNvPr>
            <p:cNvSpPr/>
            <p:nvPr/>
          </p:nvSpPr>
          <p:spPr>
            <a:xfrm>
              <a:off x="4876121" y="2401862"/>
              <a:ext cx="2439756" cy="905149"/>
            </a:xfrm>
            <a:custGeom>
              <a:avLst/>
              <a:gdLst>
                <a:gd name="csX0" fmla="*/ 0 w 2439756"/>
                <a:gd name="csY0" fmla="*/ 0 h 905149"/>
                <a:gd name="csX1" fmla="*/ 2439756 w 2439756"/>
                <a:gd name="csY1" fmla="*/ 0 h 905149"/>
                <a:gd name="csX2" fmla="*/ 2439756 w 2439756"/>
                <a:gd name="csY2" fmla="*/ 905149 h 905149"/>
                <a:gd name="csX3" fmla="*/ 0 w 2439756"/>
                <a:gd name="csY3" fmla="*/ 905149 h 905149"/>
                <a:gd name="csX4" fmla="*/ 0 w 2439756"/>
                <a:gd name="csY4" fmla="*/ 0 h 905149"/>
              </a:gdLst>
              <a:ahLst/>
              <a:cxnLst>
                <a:cxn ang="0">
                  <a:pos x="csX0" y="csY0"/>
                </a:cxn>
                <a:cxn ang="0">
                  <a:pos x="csX1" y="csY1"/>
                </a:cxn>
                <a:cxn ang="0">
                  <a:pos x="csX2" y="csY2"/>
                </a:cxn>
                <a:cxn ang="0">
                  <a:pos x="csX3" y="csY3"/>
                </a:cxn>
                <a:cxn ang="0">
                  <a:pos x="csX4" y="csY4"/>
                </a:cxn>
              </a:cxnLst>
              <a:rect l="l" t="t" r="r" b="b"/>
              <a:pathLst>
                <a:path w="2439756" h="905149">
                  <a:moveTo>
                    <a:pt x="0" y="0"/>
                  </a:moveTo>
                  <a:lnTo>
                    <a:pt x="2439756" y="0"/>
                  </a:lnTo>
                  <a:lnTo>
                    <a:pt x="2439756" y="905149"/>
                  </a:lnTo>
                  <a:lnTo>
                    <a:pt x="0" y="90514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8704" tIns="298704" rIns="298704" bIns="0" numCol="1" spcCol="1270" anchor="t" anchorCtr="0">
              <a:noAutofit/>
            </a:bodyPr>
            <a:lstStyle/>
            <a:p>
              <a:pPr marL="0" lvl="0" indent="0" algn="ctr" defTabSz="1866900">
                <a:lnSpc>
                  <a:spcPct val="90000"/>
                </a:lnSpc>
                <a:spcBef>
                  <a:spcPct val="0"/>
                </a:spcBef>
                <a:spcAft>
                  <a:spcPct val="35000"/>
                </a:spcAft>
                <a:buNone/>
              </a:pPr>
              <a:endParaRPr lang="en-IN" sz="4200" kern="1200"/>
            </a:p>
          </p:txBody>
        </p:sp>
        <p:sp>
          <p:nvSpPr>
            <p:cNvPr id="13" name="Freeform: Shape 12">
              <a:extLst>
                <a:ext uri="{FF2B5EF4-FFF2-40B4-BE49-F238E27FC236}">
                  <a16:creationId xmlns:a16="http://schemas.microsoft.com/office/drawing/2014/main" id="{54C417F7-1BC6-2736-439F-C1197F28ED6D}"/>
                </a:ext>
              </a:extLst>
            </p:cNvPr>
            <p:cNvSpPr/>
            <p:nvPr/>
          </p:nvSpPr>
          <p:spPr>
            <a:xfrm>
              <a:off x="7559956" y="2401862"/>
              <a:ext cx="2439756" cy="905149"/>
            </a:xfrm>
            <a:custGeom>
              <a:avLst/>
              <a:gdLst>
                <a:gd name="csX0" fmla="*/ 0 w 2439756"/>
                <a:gd name="csY0" fmla="*/ 0 h 905149"/>
                <a:gd name="csX1" fmla="*/ 2439756 w 2439756"/>
                <a:gd name="csY1" fmla="*/ 0 h 905149"/>
                <a:gd name="csX2" fmla="*/ 2439756 w 2439756"/>
                <a:gd name="csY2" fmla="*/ 905149 h 905149"/>
                <a:gd name="csX3" fmla="*/ 0 w 2439756"/>
                <a:gd name="csY3" fmla="*/ 905149 h 905149"/>
                <a:gd name="csX4" fmla="*/ 0 w 2439756"/>
                <a:gd name="csY4" fmla="*/ 0 h 905149"/>
              </a:gdLst>
              <a:ahLst/>
              <a:cxnLst>
                <a:cxn ang="0">
                  <a:pos x="csX0" y="csY0"/>
                </a:cxn>
                <a:cxn ang="0">
                  <a:pos x="csX1" y="csY1"/>
                </a:cxn>
                <a:cxn ang="0">
                  <a:pos x="csX2" y="csY2"/>
                </a:cxn>
                <a:cxn ang="0">
                  <a:pos x="csX3" y="csY3"/>
                </a:cxn>
                <a:cxn ang="0">
                  <a:pos x="csX4" y="csY4"/>
                </a:cxn>
              </a:cxnLst>
              <a:rect l="l" t="t" r="r" b="b"/>
              <a:pathLst>
                <a:path w="2439756" h="905149">
                  <a:moveTo>
                    <a:pt x="0" y="0"/>
                  </a:moveTo>
                  <a:lnTo>
                    <a:pt x="2439756" y="0"/>
                  </a:lnTo>
                  <a:lnTo>
                    <a:pt x="2439756" y="905149"/>
                  </a:lnTo>
                  <a:lnTo>
                    <a:pt x="0" y="90514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8704" tIns="298704" rIns="298704" bIns="0" numCol="1" spcCol="1270" anchor="t" anchorCtr="0">
              <a:noAutofit/>
            </a:bodyPr>
            <a:lstStyle/>
            <a:p>
              <a:pPr marL="0" lvl="0" indent="0" algn="ctr" defTabSz="1866900">
                <a:lnSpc>
                  <a:spcPct val="90000"/>
                </a:lnSpc>
                <a:spcBef>
                  <a:spcPct val="0"/>
                </a:spcBef>
                <a:spcAft>
                  <a:spcPct val="35000"/>
                </a:spcAft>
                <a:buNone/>
              </a:pPr>
              <a:endParaRPr lang="en-IN" sz="4200" kern="1200"/>
            </a:p>
          </p:txBody>
        </p:sp>
        <p:sp>
          <p:nvSpPr>
            <p:cNvPr id="14" name="Rectangle: Rounded Corners 13">
              <a:extLst>
                <a:ext uri="{FF2B5EF4-FFF2-40B4-BE49-F238E27FC236}">
                  <a16:creationId xmlns:a16="http://schemas.microsoft.com/office/drawing/2014/main" id="{BC62D445-330F-FF97-3906-3E84829A061D}"/>
                </a:ext>
              </a:extLst>
            </p:cNvPr>
            <p:cNvSpPr/>
            <p:nvPr/>
          </p:nvSpPr>
          <p:spPr>
            <a:xfrm>
              <a:off x="3822508" y="2072025"/>
              <a:ext cx="2439756" cy="312527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lvl="0"/>
              <a:br>
                <a:rPr lang="en-US" sz="2000" b="1" dirty="0">
                  <a:solidFill>
                    <a:srgbClr val="002060"/>
                  </a:solidFill>
                  <a:ea typeface="Calibri"/>
                  <a:cs typeface="Calibri"/>
                  <a:sym typeface="Calibri"/>
                </a:rPr>
              </a:br>
              <a:r>
                <a:rPr lang="en-US" sz="2000" b="1" dirty="0">
                  <a:solidFill>
                    <a:srgbClr val="002060"/>
                  </a:solidFill>
                  <a:ea typeface="Calibri"/>
                  <a:cs typeface="Calibri"/>
                  <a:sym typeface="Calibri"/>
                </a:rPr>
                <a:t>Tag Education Campaigns</a:t>
              </a:r>
              <a:endParaRPr lang="en-US" dirty="0"/>
            </a:p>
            <a:p>
              <a:pPr lvl="0"/>
              <a:endParaRPr lang="en-US" sz="2000" b="1" dirty="0">
                <a:solidFill>
                  <a:srgbClr val="002060"/>
                </a:solidFill>
                <a:ea typeface="Calibri"/>
                <a:cs typeface="Calibri"/>
                <a:sym typeface="Calibri"/>
              </a:endParaRPr>
            </a:p>
            <a:p>
              <a:pPr lvl="0"/>
              <a:r>
                <a:rPr lang="en-US" dirty="0">
                  <a:solidFill>
                    <a:schemeClr val="dk1"/>
                  </a:solidFill>
                  <a:ea typeface="Calibri"/>
                  <a:cs typeface="Calibri"/>
                  <a:sym typeface="Calibri"/>
                </a:rPr>
                <a:t>Launch initiatives to educate users on the benefits of tags through blog posts and video tutorials</a:t>
              </a:r>
              <a:endParaRPr lang="en-IN" dirty="0"/>
            </a:p>
          </p:txBody>
        </p:sp>
        <p:sp>
          <p:nvSpPr>
            <p:cNvPr id="15" name="Freeform: Shape 14">
              <a:extLst>
                <a:ext uri="{FF2B5EF4-FFF2-40B4-BE49-F238E27FC236}">
                  <a16:creationId xmlns:a16="http://schemas.microsoft.com/office/drawing/2014/main" id="{0E73FED4-3A34-F24F-2780-2E55EDFB1055}"/>
                </a:ext>
              </a:extLst>
            </p:cNvPr>
            <p:cNvSpPr/>
            <p:nvPr/>
          </p:nvSpPr>
          <p:spPr>
            <a:xfrm>
              <a:off x="4876121" y="5231979"/>
              <a:ext cx="2439756" cy="905149"/>
            </a:xfrm>
            <a:custGeom>
              <a:avLst/>
              <a:gdLst>
                <a:gd name="csX0" fmla="*/ 0 w 2439756"/>
                <a:gd name="csY0" fmla="*/ 0 h 905149"/>
                <a:gd name="csX1" fmla="*/ 2439756 w 2439756"/>
                <a:gd name="csY1" fmla="*/ 0 h 905149"/>
                <a:gd name="csX2" fmla="*/ 2439756 w 2439756"/>
                <a:gd name="csY2" fmla="*/ 905149 h 905149"/>
                <a:gd name="csX3" fmla="*/ 0 w 2439756"/>
                <a:gd name="csY3" fmla="*/ 905149 h 905149"/>
                <a:gd name="csX4" fmla="*/ 0 w 2439756"/>
                <a:gd name="csY4" fmla="*/ 0 h 905149"/>
              </a:gdLst>
              <a:ahLst/>
              <a:cxnLst>
                <a:cxn ang="0">
                  <a:pos x="csX0" y="csY0"/>
                </a:cxn>
                <a:cxn ang="0">
                  <a:pos x="csX1" y="csY1"/>
                </a:cxn>
                <a:cxn ang="0">
                  <a:pos x="csX2" y="csY2"/>
                </a:cxn>
                <a:cxn ang="0">
                  <a:pos x="csX3" y="csY3"/>
                </a:cxn>
                <a:cxn ang="0">
                  <a:pos x="csX4" y="csY4"/>
                </a:cxn>
              </a:cxnLst>
              <a:rect l="l" t="t" r="r" b="b"/>
              <a:pathLst>
                <a:path w="2439756" h="905149">
                  <a:moveTo>
                    <a:pt x="0" y="0"/>
                  </a:moveTo>
                  <a:lnTo>
                    <a:pt x="2439756" y="0"/>
                  </a:lnTo>
                  <a:lnTo>
                    <a:pt x="2439756" y="905149"/>
                  </a:lnTo>
                  <a:lnTo>
                    <a:pt x="0" y="90514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8704" tIns="298704" rIns="298704" bIns="0" numCol="1" spcCol="1270" anchor="t" anchorCtr="0">
              <a:noAutofit/>
            </a:bodyPr>
            <a:lstStyle/>
            <a:p>
              <a:pPr marL="0" lvl="0" indent="0" algn="ctr" defTabSz="1866900">
                <a:lnSpc>
                  <a:spcPct val="90000"/>
                </a:lnSpc>
                <a:spcBef>
                  <a:spcPct val="0"/>
                </a:spcBef>
                <a:spcAft>
                  <a:spcPct val="35000"/>
                </a:spcAft>
                <a:buNone/>
              </a:pPr>
              <a:endParaRPr lang="en-IN" sz="4200" kern="1200"/>
            </a:p>
          </p:txBody>
        </p:sp>
      </p:grpSp>
      <p:sp>
        <p:nvSpPr>
          <p:cNvPr id="17" name="TextBox 16">
            <a:extLst>
              <a:ext uri="{FF2B5EF4-FFF2-40B4-BE49-F238E27FC236}">
                <a16:creationId xmlns:a16="http://schemas.microsoft.com/office/drawing/2014/main" id="{37CAE16C-BECC-870F-A37F-85B5BCE3438C}"/>
              </a:ext>
            </a:extLst>
          </p:cNvPr>
          <p:cNvSpPr txBox="1"/>
          <p:nvPr/>
        </p:nvSpPr>
        <p:spPr>
          <a:xfrm>
            <a:off x="1233064" y="2798058"/>
            <a:ext cx="2523148" cy="2400657"/>
          </a:xfrm>
          <a:prstGeom prst="rect">
            <a:avLst/>
          </a:prstGeom>
          <a:noFill/>
        </p:spPr>
        <p:txBody>
          <a:bodyPr wrap="square">
            <a:spAutoFit/>
          </a:bodyPr>
          <a:lstStyle/>
          <a:p>
            <a:pPr marL="0" marR="0" lvl="0" indent="0" algn="l" rtl="0">
              <a:spcBef>
                <a:spcPts val="0"/>
              </a:spcBef>
              <a:spcAft>
                <a:spcPts val="0"/>
              </a:spcAft>
              <a:buNone/>
            </a:pPr>
            <a:r>
              <a:rPr lang="en-US" sz="2000" b="1" dirty="0">
                <a:solidFill>
                  <a:srgbClr val="002060"/>
                </a:solidFill>
                <a:latin typeface="Calibri"/>
                <a:ea typeface="Calibri"/>
                <a:cs typeface="Calibri"/>
                <a:sym typeface="Calibri"/>
              </a:rPr>
              <a:t>Tailor Onboarding Experience</a:t>
            </a:r>
            <a:endParaRPr lang="en-US" dirty="0"/>
          </a:p>
          <a:p>
            <a:pPr marL="0" marR="0" lvl="0" indent="0" algn="l" rtl="0">
              <a:spcBef>
                <a:spcPts val="0"/>
              </a:spcBef>
              <a:spcAft>
                <a:spcPts val="0"/>
              </a:spcAft>
              <a:buNone/>
            </a:pPr>
            <a:endParaRPr lang="en-US" sz="2000" b="1" dirty="0">
              <a:solidFill>
                <a:srgbClr val="002060"/>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Design a tailored onboarding for new users that highlights features, popular tags, and success stories.</a:t>
            </a:r>
            <a:endParaRPr lang="en-US" sz="1800" dirty="0">
              <a:solidFill>
                <a:srgbClr val="262626"/>
              </a:solidFill>
              <a:latin typeface="Calibri"/>
              <a:ea typeface="Calibri"/>
              <a:cs typeface="Calibri"/>
              <a:sym typeface="Calibri"/>
            </a:endParaRPr>
          </a:p>
        </p:txBody>
      </p:sp>
      <p:sp>
        <p:nvSpPr>
          <p:cNvPr id="18" name="Rectangle: Rounded Corners 17">
            <a:extLst>
              <a:ext uri="{FF2B5EF4-FFF2-40B4-BE49-F238E27FC236}">
                <a16:creationId xmlns:a16="http://schemas.microsoft.com/office/drawing/2014/main" id="{246A731C-6B86-0565-FFF9-F0F9ED867D6D}"/>
              </a:ext>
            </a:extLst>
          </p:cNvPr>
          <p:cNvSpPr/>
          <p:nvPr/>
        </p:nvSpPr>
        <p:spPr>
          <a:xfrm>
            <a:off x="8915619" y="2496744"/>
            <a:ext cx="2439756" cy="310014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lvl="0"/>
            <a:r>
              <a:rPr lang="en-US" sz="2000" b="1" dirty="0">
                <a:solidFill>
                  <a:srgbClr val="002060"/>
                </a:solidFill>
                <a:ea typeface="Calibri"/>
                <a:cs typeface="Calibri"/>
                <a:sym typeface="Calibri"/>
              </a:rPr>
              <a:t>Engagement Boosters</a:t>
            </a:r>
            <a:endParaRPr lang="en-US" dirty="0"/>
          </a:p>
          <a:p>
            <a:pPr lvl="0"/>
            <a:endParaRPr lang="en-US" b="1" dirty="0">
              <a:solidFill>
                <a:srgbClr val="002060"/>
              </a:solidFill>
              <a:ea typeface="Calibri"/>
              <a:cs typeface="Calibri"/>
              <a:sym typeface="Calibri"/>
            </a:endParaRPr>
          </a:p>
          <a:p>
            <a:pPr lvl="0"/>
            <a:r>
              <a:rPr lang="en-US" dirty="0">
                <a:solidFill>
                  <a:schemeClr val="dk1"/>
                </a:solidFill>
                <a:ea typeface="Calibri"/>
                <a:cs typeface="Calibri"/>
                <a:sym typeface="Calibri"/>
              </a:rPr>
              <a:t>Send personalized emails highlighting new features, trending content, and tutorials to boost engagement</a:t>
            </a:r>
            <a:endParaRPr lang="en-IN" dirty="0"/>
          </a:p>
        </p:txBody>
      </p:sp>
    </p:spTree>
    <p:extLst>
      <p:ext uri="{BB962C8B-B14F-4D97-AF65-F5344CB8AC3E}">
        <p14:creationId xmlns:p14="http://schemas.microsoft.com/office/powerpoint/2010/main" val="1730877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DF5FE-5CAC-A589-0B94-9D3B2485F613}"/>
              </a:ext>
            </a:extLst>
          </p:cNvPr>
          <p:cNvSpPr>
            <a:spLocks noGrp="1"/>
          </p:cNvSpPr>
          <p:nvPr>
            <p:ph type="title"/>
          </p:nvPr>
        </p:nvSpPr>
        <p:spPr/>
        <p:txBody>
          <a:bodyPr/>
          <a:lstStyle/>
          <a:p>
            <a:pPr algn="ctr"/>
            <a:r>
              <a:rPr lang="en-IN" u="sng" dirty="0">
                <a:latin typeface="Comic Sans MS" panose="030F0702030302020204" pitchFamily="66" charset="0"/>
              </a:rPr>
              <a:t>User Retention</a:t>
            </a:r>
          </a:p>
        </p:txBody>
      </p:sp>
      <p:sp>
        <p:nvSpPr>
          <p:cNvPr id="5" name="Content Placeholder 4">
            <a:extLst>
              <a:ext uri="{FF2B5EF4-FFF2-40B4-BE49-F238E27FC236}">
                <a16:creationId xmlns:a16="http://schemas.microsoft.com/office/drawing/2014/main" id="{8B35043C-005C-9FA7-A6B5-BBD8EB20DC7B}"/>
              </a:ext>
            </a:extLst>
          </p:cNvPr>
          <p:cNvSpPr>
            <a:spLocks noGrp="1"/>
          </p:cNvSpPr>
          <p:nvPr>
            <p:ph idx="1"/>
          </p:nvPr>
        </p:nvSpPr>
        <p:spPr/>
        <p:txBody>
          <a:bodyPr/>
          <a:lstStyle/>
          <a:p>
            <a:pPr lvl="0"/>
            <a:endParaRPr lang="en-IN" dirty="0"/>
          </a:p>
          <a:p>
            <a:pPr lvl="0"/>
            <a:endParaRPr lang="en-IN"/>
          </a:p>
          <a:p>
            <a:pPr lvl="0"/>
            <a:endParaRPr lang="en-IN"/>
          </a:p>
          <a:p>
            <a:pPr lvl="0"/>
            <a:endParaRPr lang="en-IN"/>
          </a:p>
        </p:txBody>
      </p:sp>
      <p:grpSp>
        <p:nvGrpSpPr>
          <p:cNvPr id="7" name="Group 6">
            <a:extLst>
              <a:ext uri="{FF2B5EF4-FFF2-40B4-BE49-F238E27FC236}">
                <a16:creationId xmlns:a16="http://schemas.microsoft.com/office/drawing/2014/main" id="{05680A57-22D9-593B-8197-18CAD0E39CD6}"/>
              </a:ext>
            </a:extLst>
          </p:cNvPr>
          <p:cNvGrpSpPr/>
          <p:nvPr/>
        </p:nvGrpSpPr>
        <p:grpSpPr>
          <a:xfrm>
            <a:off x="846122" y="2200977"/>
            <a:ext cx="9153590" cy="3936151"/>
            <a:chOff x="846122" y="2200977"/>
            <a:chExt cx="9153590" cy="3936151"/>
          </a:xfrm>
        </p:grpSpPr>
        <p:sp>
          <p:nvSpPr>
            <p:cNvPr id="8" name="Rectangle: Rounded Corners 7">
              <a:extLst>
                <a:ext uri="{FF2B5EF4-FFF2-40B4-BE49-F238E27FC236}">
                  <a16:creationId xmlns:a16="http://schemas.microsoft.com/office/drawing/2014/main" id="{A9101FFB-2895-69B1-3E03-86CD23C8CA8A}"/>
                </a:ext>
              </a:extLst>
            </p:cNvPr>
            <p:cNvSpPr/>
            <p:nvPr/>
          </p:nvSpPr>
          <p:spPr>
            <a:xfrm>
              <a:off x="846122" y="2200977"/>
              <a:ext cx="2439756" cy="3285424"/>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pPr lvl="0"/>
              <a:r>
                <a:rPr lang="en-US" sz="2000" b="1" dirty="0">
                  <a:solidFill>
                    <a:srgbClr val="002060"/>
                  </a:solidFill>
                  <a:ea typeface="Calibri"/>
                  <a:cs typeface="Calibri"/>
                  <a:sym typeface="Calibri"/>
                </a:rPr>
                <a:t>Re-Engagement Campaigns </a:t>
              </a:r>
              <a:endParaRPr lang="en-US" dirty="0"/>
            </a:p>
            <a:p>
              <a:pPr lvl="0"/>
              <a:endParaRPr lang="en-US" sz="2000" b="1" dirty="0">
                <a:solidFill>
                  <a:srgbClr val="002060"/>
                </a:solidFill>
                <a:ea typeface="Calibri"/>
                <a:cs typeface="Calibri"/>
                <a:sym typeface="Calibri"/>
              </a:endParaRPr>
            </a:p>
            <a:p>
              <a:pPr lvl="0"/>
              <a:r>
                <a:rPr lang="en-US" dirty="0">
                  <a:solidFill>
                    <a:schemeClr val="dk1"/>
                  </a:solidFill>
                  <a:ea typeface="Calibri"/>
                  <a:cs typeface="Calibri"/>
                  <a:sym typeface="Calibri"/>
                </a:rPr>
                <a:t>Suggest targeted posts, hashtags, and users to follow based on past engagement, encouraging reconnection with the platform.</a:t>
              </a:r>
              <a:endParaRPr lang="en-US" dirty="0">
                <a:solidFill>
                  <a:srgbClr val="262626"/>
                </a:solidFill>
                <a:ea typeface="Calibri"/>
                <a:cs typeface="Calibri"/>
                <a:sym typeface="Calibri"/>
              </a:endParaRPr>
            </a:p>
            <a:p>
              <a:endParaRPr lang="en-IN" dirty="0"/>
            </a:p>
          </p:txBody>
        </p:sp>
        <p:sp>
          <p:nvSpPr>
            <p:cNvPr id="9" name="Freeform: Shape 8">
              <a:extLst>
                <a:ext uri="{FF2B5EF4-FFF2-40B4-BE49-F238E27FC236}">
                  <a16:creationId xmlns:a16="http://schemas.microsoft.com/office/drawing/2014/main" id="{FF86B081-AB8A-6AF2-A392-E6B13D9FCEB7}"/>
                </a:ext>
              </a:extLst>
            </p:cNvPr>
            <p:cNvSpPr/>
            <p:nvPr/>
          </p:nvSpPr>
          <p:spPr>
            <a:xfrm>
              <a:off x="2192287" y="2401862"/>
              <a:ext cx="2439756" cy="905149"/>
            </a:xfrm>
            <a:custGeom>
              <a:avLst/>
              <a:gdLst>
                <a:gd name="csX0" fmla="*/ 0 w 2439756"/>
                <a:gd name="csY0" fmla="*/ 0 h 905149"/>
                <a:gd name="csX1" fmla="*/ 2439756 w 2439756"/>
                <a:gd name="csY1" fmla="*/ 0 h 905149"/>
                <a:gd name="csX2" fmla="*/ 2439756 w 2439756"/>
                <a:gd name="csY2" fmla="*/ 905149 h 905149"/>
                <a:gd name="csX3" fmla="*/ 0 w 2439756"/>
                <a:gd name="csY3" fmla="*/ 905149 h 905149"/>
                <a:gd name="csX4" fmla="*/ 0 w 2439756"/>
                <a:gd name="csY4" fmla="*/ 0 h 905149"/>
              </a:gdLst>
              <a:ahLst/>
              <a:cxnLst>
                <a:cxn ang="0">
                  <a:pos x="csX0" y="csY0"/>
                </a:cxn>
                <a:cxn ang="0">
                  <a:pos x="csX1" y="csY1"/>
                </a:cxn>
                <a:cxn ang="0">
                  <a:pos x="csX2" y="csY2"/>
                </a:cxn>
                <a:cxn ang="0">
                  <a:pos x="csX3" y="csY3"/>
                </a:cxn>
                <a:cxn ang="0">
                  <a:pos x="csX4" y="csY4"/>
                </a:cxn>
              </a:cxnLst>
              <a:rect l="l" t="t" r="r" b="b"/>
              <a:pathLst>
                <a:path w="2439756" h="905149">
                  <a:moveTo>
                    <a:pt x="0" y="0"/>
                  </a:moveTo>
                  <a:lnTo>
                    <a:pt x="2439756" y="0"/>
                  </a:lnTo>
                  <a:lnTo>
                    <a:pt x="2439756" y="905149"/>
                  </a:lnTo>
                  <a:lnTo>
                    <a:pt x="0" y="90514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8704" tIns="298704" rIns="298704" bIns="0" numCol="1" spcCol="1270" anchor="t" anchorCtr="0">
              <a:noAutofit/>
            </a:bodyPr>
            <a:lstStyle/>
            <a:p>
              <a:pPr marL="0" lvl="0" indent="0" algn="ctr" defTabSz="1866900">
                <a:lnSpc>
                  <a:spcPct val="90000"/>
                </a:lnSpc>
                <a:spcBef>
                  <a:spcPct val="0"/>
                </a:spcBef>
                <a:spcAft>
                  <a:spcPct val="35000"/>
                </a:spcAft>
                <a:buNone/>
              </a:pPr>
              <a:endParaRPr lang="en-IN" sz="4200" kern="1200"/>
            </a:p>
          </p:txBody>
        </p:sp>
        <p:sp>
          <p:nvSpPr>
            <p:cNvPr id="11" name="Freeform: Shape 10">
              <a:extLst>
                <a:ext uri="{FF2B5EF4-FFF2-40B4-BE49-F238E27FC236}">
                  <a16:creationId xmlns:a16="http://schemas.microsoft.com/office/drawing/2014/main" id="{BEF6587C-C306-AD5B-D095-D26AB96539E2}"/>
                </a:ext>
              </a:extLst>
            </p:cNvPr>
            <p:cNvSpPr/>
            <p:nvPr/>
          </p:nvSpPr>
          <p:spPr>
            <a:xfrm>
              <a:off x="4876121" y="2401862"/>
              <a:ext cx="2439756" cy="905149"/>
            </a:xfrm>
            <a:custGeom>
              <a:avLst/>
              <a:gdLst>
                <a:gd name="csX0" fmla="*/ 0 w 2439756"/>
                <a:gd name="csY0" fmla="*/ 0 h 905149"/>
                <a:gd name="csX1" fmla="*/ 2439756 w 2439756"/>
                <a:gd name="csY1" fmla="*/ 0 h 905149"/>
                <a:gd name="csX2" fmla="*/ 2439756 w 2439756"/>
                <a:gd name="csY2" fmla="*/ 905149 h 905149"/>
                <a:gd name="csX3" fmla="*/ 0 w 2439756"/>
                <a:gd name="csY3" fmla="*/ 905149 h 905149"/>
                <a:gd name="csX4" fmla="*/ 0 w 2439756"/>
                <a:gd name="csY4" fmla="*/ 0 h 905149"/>
              </a:gdLst>
              <a:ahLst/>
              <a:cxnLst>
                <a:cxn ang="0">
                  <a:pos x="csX0" y="csY0"/>
                </a:cxn>
                <a:cxn ang="0">
                  <a:pos x="csX1" y="csY1"/>
                </a:cxn>
                <a:cxn ang="0">
                  <a:pos x="csX2" y="csY2"/>
                </a:cxn>
                <a:cxn ang="0">
                  <a:pos x="csX3" y="csY3"/>
                </a:cxn>
                <a:cxn ang="0">
                  <a:pos x="csX4" y="csY4"/>
                </a:cxn>
              </a:cxnLst>
              <a:rect l="l" t="t" r="r" b="b"/>
              <a:pathLst>
                <a:path w="2439756" h="905149">
                  <a:moveTo>
                    <a:pt x="0" y="0"/>
                  </a:moveTo>
                  <a:lnTo>
                    <a:pt x="2439756" y="0"/>
                  </a:lnTo>
                  <a:lnTo>
                    <a:pt x="2439756" y="905149"/>
                  </a:lnTo>
                  <a:lnTo>
                    <a:pt x="0" y="90514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8704" tIns="298704" rIns="298704" bIns="0" numCol="1" spcCol="1270" anchor="t" anchorCtr="0">
              <a:noAutofit/>
            </a:bodyPr>
            <a:lstStyle/>
            <a:p>
              <a:pPr marL="0" lvl="0" indent="0" algn="ctr" defTabSz="1866900">
                <a:lnSpc>
                  <a:spcPct val="90000"/>
                </a:lnSpc>
                <a:spcBef>
                  <a:spcPct val="0"/>
                </a:spcBef>
                <a:spcAft>
                  <a:spcPct val="35000"/>
                </a:spcAft>
                <a:buNone/>
              </a:pPr>
              <a:endParaRPr lang="en-IN" sz="4200" kern="1200"/>
            </a:p>
          </p:txBody>
        </p:sp>
        <p:sp>
          <p:nvSpPr>
            <p:cNvPr id="13" name="Freeform: Shape 12">
              <a:extLst>
                <a:ext uri="{FF2B5EF4-FFF2-40B4-BE49-F238E27FC236}">
                  <a16:creationId xmlns:a16="http://schemas.microsoft.com/office/drawing/2014/main" id="{0349C653-FBB6-F034-18A0-F8243767F5FC}"/>
                </a:ext>
              </a:extLst>
            </p:cNvPr>
            <p:cNvSpPr/>
            <p:nvPr/>
          </p:nvSpPr>
          <p:spPr>
            <a:xfrm>
              <a:off x="7559956" y="2401862"/>
              <a:ext cx="2439756" cy="905149"/>
            </a:xfrm>
            <a:custGeom>
              <a:avLst/>
              <a:gdLst>
                <a:gd name="csX0" fmla="*/ 0 w 2439756"/>
                <a:gd name="csY0" fmla="*/ 0 h 905149"/>
                <a:gd name="csX1" fmla="*/ 2439756 w 2439756"/>
                <a:gd name="csY1" fmla="*/ 0 h 905149"/>
                <a:gd name="csX2" fmla="*/ 2439756 w 2439756"/>
                <a:gd name="csY2" fmla="*/ 905149 h 905149"/>
                <a:gd name="csX3" fmla="*/ 0 w 2439756"/>
                <a:gd name="csY3" fmla="*/ 905149 h 905149"/>
                <a:gd name="csX4" fmla="*/ 0 w 2439756"/>
                <a:gd name="csY4" fmla="*/ 0 h 905149"/>
              </a:gdLst>
              <a:ahLst/>
              <a:cxnLst>
                <a:cxn ang="0">
                  <a:pos x="csX0" y="csY0"/>
                </a:cxn>
                <a:cxn ang="0">
                  <a:pos x="csX1" y="csY1"/>
                </a:cxn>
                <a:cxn ang="0">
                  <a:pos x="csX2" y="csY2"/>
                </a:cxn>
                <a:cxn ang="0">
                  <a:pos x="csX3" y="csY3"/>
                </a:cxn>
                <a:cxn ang="0">
                  <a:pos x="csX4" y="csY4"/>
                </a:cxn>
              </a:cxnLst>
              <a:rect l="l" t="t" r="r" b="b"/>
              <a:pathLst>
                <a:path w="2439756" h="905149">
                  <a:moveTo>
                    <a:pt x="0" y="0"/>
                  </a:moveTo>
                  <a:lnTo>
                    <a:pt x="2439756" y="0"/>
                  </a:lnTo>
                  <a:lnTo>
                    <a:pt x="2439756" y="905149"/>
                  </a:lnTo>
                  <a:lnTo>
                    <a:pt x="0" y="90514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8704" tIns="298704" rIns="298704" bIns="0" numCol="1" spcCol="1270" anchor="t" anchorCtr="0">
              <a:noAutofit/>
            </a:bodyPr>
            <a:lstStyle/>
            <a:p>
              <a:pPr marL="0" lvl="0" indent="0" algn="ctr" defTabSz="1866900">
                <a:lnSpc>
                  <a:spcPct val="90000"/>
                </a:lnSpc>
                <a:spcBef>
                  <a:spcPct val="0"/>
                </a:spcBef>
                <a:spcAft>
                  <a:spcPct val="35000"/>
                </a:spcAft>
                <a:buNone/>
              </a:pPr>
              <a:endParaRPr lang="en-IN" sz="4200" kern="1200"/>
            </a:p>
          </p:txBody>
        </p:sp>
        <p:sp>
          <p:nvSpPr>
            <p:cNvPr id="15" name="Freeform: Shape 14">
              <a:extLst>
                <a:ext uri="{FF2B5EF4-FFF2-40B4-BE49-F238E27FC236}">
                  <a16:creationId xmlns:a16="http://schemas.microsoft.com/office/drawing/2014/main" id="{5D89DE9D-605F-65FA-78A4-C58F9399655A}"/>
                </a:ext>
              </a:extLst>
            </p:cNvPr>
            <p:cNvSpPr/>
            <p:nvPr/>
          </p:nvSpPr>
          <p:spPr>
            <a:xfrm>
              <a:off x="4876121" y="5231979"/>
              <a:ext cx="2439756" cy="905149"/>
            </a:xfrm>
            <a:custGeom>
              <a:avLst/>
              <a:gdLst>
                <a:gd name="csX0" fmla="*/ 0 w 2439756"/>
                <a:gd name="csY0" fmla="*/ 0 h 905149"/>
                <a:gd name="csX1" fmla="*/ 2439756 w 2439756"/>
                <a:gd name="csY1" fmla="*/ 0 h 905149"/>
                <a:gd name="csX2" fmla="*/ 2439756 w 2439756"/>
                <a:gd name="csY2" fmla="*/ 905149 h 905149"/>
                <a:gd name="csX3" fmla="*/ 0 w 2439756"/>
                <a:gd name="csY3" fmla="*/ 905149 h 905149"/>
                <a:gd name="csX4" fmla="*/ 0 w 2439756"/>
                <a:gd name="csY4" fmla="*/ 0 h 905149"/>
              </a:gdLst>
              <a:ahLst/>
              <a:cxnLst>
                <a:cxn ang="0">
                  <a:pos x="csX0" y="csY0"/>
                </a:cxn>
                <a:cxn ang="0">
                  <a:pos x="csX1" y="csY1"/>
                </a:cxn>
                <a:cxn ang="0">
                  <a:pos x="csX2" y="csY2"/>
                </a:cxn>
                <a:cxn ang="0">
                  <a:pos x="csX3" y="csY3"/>
                </a:cxn>
                <a:cxn ang="0">
                  <a:pos x="csX4" y="csY4"/>
                </a:cxn>
              </a:cxnLst>
              <a:rect l="l" t="t" r="r" b="b"/>
              <a:pathLst>
                <a:path w="2439756" h="905149">
                  <a:moveTo>
                    <a:pt x="0" y="0"/>
                  </a:moveTo>
                  <a:lnTo>
                    <a:pt x="2439756" y="0"/>
                  </a:lnTo>
                  <a:lnTo>
                    <a:pt x="2439756" y="905149"/>
                  </a:lnTo>
                  <a:lnTo>
                    <a:pt x="0" y="90514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8704" tIns="298704" rIns="298704" bIns="0" numCol="1" spcCol="1270" anchor="t" anchorCtr="0">
              <a:noAutofit/>
            </a:bodyPr>
            <a:lstStyle/>
            <a:p>
              <a:pPr marL="0" lvl="0" indent="0" algn="ctr" defTabSz="1866900">
                <a:lnSpc>
                  <a:spcPct val="90000"/>
                </a:lnSpc>
                <a:spcBef>
                  <a:spcPct val="0"/>
                </a:spcBef>
                <a:spcAft>
                  <a:spcPct val="35000"/>
                </a:spcAft>
                <a:buNone/>
              </a:pPr>
              <a:endParaRPr lang="en-IN" sz="4200" kern="1200"/>
            </a:p>
          </p:txBody>
        </p:sp>
      </p:grpSp>
      <p:sp>
        <p:nvSpPr>
          <p:cNvPr id="16" name="Rectangle: Rounded Corners 15">
            <a:extLst>
              <a:ext uri="{FF2B5EF4-FFF2-40B4-BE49-F238E27FC236}">
                <a16:creationId xmlns:a16="http://schemas.microsoft.com/office/drawing/2014/main" id="{9E27FFE8-4352-F9B8-8B69-CDB6D7A4ECB6}"/>
              </a:ext>
            </a:extLst>
          </p:cNvPr>
          <p:cNvSpPr/>
          <p:nvPr/>
        </p:nvSpPr>
        <p:spPr>
          <a:xfrm>
            <a:off x="8906122" y="2169599"/>
            <a:ext cx="2439756" cy="3316802"/>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pPr lvl="0"/>
            <a:r>
              <a:rPr lang="en-US" sz="2000" b="1" dirty="0">
                <a:solidFill>
                  <a:srgbClr val="002060"/>
                </a:solidFill>
                <a:ea typeface="Calibri"/>
                <a:cs typeface="Calibri"/>
                <a:sym typeface="Calibri"/>
              </a:rPr>
              <a:t>Feedbacks and Surveys</a:t>
            </a:r>
          </a:p>
          <a:p>
            <a:pPr lvl="0"/>
            <a:endParaRPr lang="en-US" dirty="0">
              <a:solidFill>
                <a:schemeClr val="dk1"/>
              </a:solidFill>
              <a:ea typeface="Calibri"/>
              <a:cs typeface="Calibri"/>
              <a:sym typeface="Calibri"/>
            </a:endParaRPr>
          </a:p>
          <a:p>
            <a:pPr lvl="0"/>
            <a:r>
              <a:rPr lang="en-US" dirty="0">
                <a:solidFill>
                  <a:schemeClr val="dk1"/>
                </a:solidFill>
                <a:ea typeface="Calibri"/>
                <a:cs typeface="Calibri"/>
                <a:sym typeface="Calibri"/>
              </a:rPr>
              <a:t>Send brief surveys to inactive users to understand their disengagement, offering incentives for insights to inform retention strategies.</a:t>
            </a:r>
            <a:endParaRPr lang="en-US" dirty="0"/>
          </a:p>
          <a:p>
            <a:endParaRPr lang="en-IN" dirty="0"/>
          </a:p>
        </p:txBody>
      </p:sp>
      <p:sp>
        <p:nvSpPr>
          <p:cNvPr id="17" name="Rectangle: Rounded Corners 16">
            <a:extLst>
              <a:ext uri="{FF2B5EF4-FFF2-40B4-BE49-F238E27FC236}">
                <a16:creationId xmlns:a16="http://schemas.microsoft.com/office/drawing/2014/main" id="{2F75FCD3-5830-0BC3-B4E9-52BEC9FEC5E7}"/>
              </a:ext>
            </a:extLst>
          </p:cNvPr>
          <p:cNvSpPr/>
          <p:nvPr/>
        </p:nvSpPr>
        <p:spPr>
          <a:xfrm>
            <a:off x="6222286" y="2200975"/>
            <a:ext cx="2439756" cy="3285426"/>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pPr lvl="0"/>
            <a:r>
              <a:rPr lang="en-US" sz="2000" b="1" dirty="0">
                <a:solidFill>
                  <a:srgbClr val="002060"/>
                </a:solidFill>
                <a:ea typeface="Calibri"/>
                <a:cs typeface="Calibri"/>
                <a:sym typeface="Calibri"/>
              </a:rPr>
              <a:t>Content Discovery Aids</a:t>
            </a:r>
            <a:endParaRPr lang="en-US" dirty="0"/>
          </a:p>
          <a:p>
            <a:pPr lvl="0"/>
            <a:endParaRPr lang="en-US" dirty="0">
              <a:solidFill>
                <a:schemeClr val="dk1"/>
              </a:solidFill>
              <a:ea typeface="Calibri"/>
              <a:cs typeface="Calibri"/>
              <a:sym typeface="Calibri"/>
            </a:endParaRPr>
          </a:p>
          <a:p>
            <a:pPr lvl="0"/>
            <a:r>
              <a:rPr lang="en-US" dirty="0">
                <a:solidFill>
                  <a:schemeClr val="dk1"/>
                </a:solidFill>
                <a:ea typeface="Calibri"/>
                <a:cs typeface="Calibri"/>
                <a:sym typeface="Calibri"/>
              </a:rPr>
              <a:t>Create brief tutorials highlighting new features and trends to help users navigate the platform after a break.</a:t>
            </a:r>
            <a:endParaRPr lang="en-US" dirty="0"/>
          </a:p>
          <a:p>
            <a:endParaRPr lang="en-IN" dirty="0"/>
          </a:p>
        </p:txBody>
      </p:sp>
      <p:sp>
        <p:nvSpPr>
          <p:cNvPr id="18" name="Rectangle: Rounded Corners 17">
            <a:extLst>
              <a:ext uri="{FF2B5EF4-FFF2-40B4-BE49-F238E27FC236}">
                <a16:creationId xmlns:a16="http://schemas.microsoft.com/office/drawing/2014/main" id="{F17A3011-3255-D0C9-C53C-613E92E9659F}"/>
              </a:ext>
            </a:extLst>
          </p:cNvPr>
          <p:cNvSpPr/>
          <p:nvPr/>
        </p:nvSpPr>
        <p:spPr>
          <a:xfrm>
            <a:off x="3532791" y="2200975"/>
            <a:ext cx="2439756" cy="3285425"/>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pPr lvl="0"/>
            <a:r>
              <a:rPr lang="en-US" sz="2000" b="1" dirty="0">
                <a:solidFill>
                  <a:srgbClr val="002060"/>
                </a:solidFill>
                <a:ea typeface="Calibri"/>
                <a:cs typeface="Calibri"/>
                <a:sym typeface="Calibri"/>
              </a:rPr>
              <a:t>Exclusive Incentives</a:t>
            </a:r>
            <a:endParaRPr lang="en-US" dirty="0"/>
          </a:p>
          <a:p>
            <a:pPr lvl="0"/>
            <a:endParaRPr lang="en-US" sz="2000" b="1" dirty="0">
              <a:solidFill>
                <a:srgbClr val="002060"/>
              </a:solidFill>
              <a:ea typeface="Calibri"/>
              <a:cs typeface="Calibri"/>
              <a:sym typeface="Calibri"/>
            </a:endParaRPr>
          </a:p>
          <a:p>
            <a:pPr lvl="0"/>
            <a:r>
              <a:rPr lang="en-US" dirty="0">
                <a:solidFill>
                  <a:schemeClr val="dk1"/>
                </a:solidFill>
                <a:ea typeface="Calibri"/>
                <a:cs typeface="Calibri"/>
                <a:sym typeface="Calibri"/>
              </a:rPr>
              <a:t>Offer limited-time discounts on premium features to encourage users to return to the platform</a:t>
            </a:r>
            <a:endParaRPr lang="en-US" dirty="0">
              <a:solidFill>
                <a:srgbClr val="262626"/>
              </a:solidFill>
              <a:ea typeface="Calibri"/>
              <a:cs typeface="Calibri"/>
              <a:sym typeface="Calibri"/>
            </a:endParaRPr>
          </a:p>
          <a:p>
            <a:endParaRPr lang="en-IN" dirty="0"/>
          </a:p>
        </p:txBody>
      </p:sp>
    </p:spTree>
    <p:extLst>
      <p:ext uri="{BB962C8B-B14F-4D97-AF65-F5344CB8AC3E}">
        <p14:creationId xmlns:p14="http://schemas.microsoft.com/office/powerpoint/2010/main" val="1589113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CF04A-B9A8-4455-A10D-8E94C09F168F}"/>
              </a:ext>
            </a:extLst>
          </p:cNvPr>
          <p:cNvSpPr>
            <a:spLocks noGrp="1"/>
          </p:cNvSpPr>
          <p:nvPr>
            <p:ph type="title"/>
          </p:nvPr>
        </p:nvSpPr>
        <p:spPr/>
        <p:txBody>
          <a:bodyPr/>
          <a:lstStyle/>
          <a:p>
            <a:pPr algn="ctr"/>
            <a:r>
              <a:rPr lang="en-IN" dirty="0">
                <a:latin typeface="Comic Sans MS" panose="030F0702030302020204" pitchFamily="66" charset="0"/>
              </a:rPr>
              <a:t>User Engagement </a:t>
            </a:r>
          </a:p>
        </p:txBody>
      </p:sp>
      <p:grpSp>
        <p:nvGrpSpPr>
          <p:cNvPr id="5" name="Group 4">
            <a:extLst>
              <a:ext uri="{FF2B5EF4-FFF2-40B4-BE49-F238E27FC236}">
                <a16:creationId xmlns:a16="http://schemas.microsoft.com/office/drawing/2014/main" id="{D6E619FD-1E44-6C28-8EFE-FC0FEC2FC9F0}"/>
              </a:ext>
            </a:extLst>
          </p:cNvPr>
          <p:cNvGrpSpPr/>
          <p:nvPr/>
        </p:nvGrpSpPr>
        <p:grpSpPr>
          <a:xfrm>
            <a:off x="1101873" y="2429433"/>
            <a:ext cx="10048579" cy="3128685"/>
            <a:chOff x="1101873" y="2429433"/>
            <a:chExt cx="10048579" cy="3128685"/>
          </a:xfrm>
        </p:grpSpPr>
        <p:sp>
          <p:nvSpPr>
            <p:cNvPr id="6" name="Rectangle: Rounded Corners 5">
              <a:extLst>
                <a:ext uri="{FF2B5EF4-FFF2-40B4-BE49-F238E27FC236}">
                  <a16:creationId xmlns:a16="http://schemas.microsoft.com/office/drawing/2014/main" id="{1C007A76-51E0-1A03-CA32-B6C0F63379ED}"/>
                </a:ext>
              </a:extLst>
            </p:cNvPr>
            <p:cNvSpPr/>
            <p:nvPr/>
          </p:nvSpPr>
          <p:spPr>
            <a:xfrm>
              <a:off x="1101873" y="2429435"/>
              <a:ext cx="2336810" cy="3128683"/>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dirty="0"/>
            </a:p>
          </p:txBody>
        </p:sp>
        <p:sp>
          <p:nvSpPr>
            <p:cNvPr id="7" name="Freeform: Shape 6">
              <a:extLst>
                <a:ext uri="{FF2B5EF4-FFF2-40B4-BE49-F238E27FC236}">
                  <a16:creationId xmlns:a16="http://schemas.microsoft.com/office/drawing/2014/main" id="{968991C8-B2DE-3AE7-B824-0265C720AF63}"/>
                </a:ext>
              </a:extLst>
            </p:cNvPr>
            <p:cNvSpPr/>
            <p:nvPr/>
          </p:nvSpPr>
          <p:spPr>
            <a:xfrm>
              <a:off x="1101873" y="4229178"/>
              <a:ext cx="2336810" cy="866956"/>
            </a:xfrm>
            <a:custGeom>
              <a:avLst/>
              <a:gdLst>
                <a:gd name="csX0" fmla="*/ 0 w 2336810"/>
                <a:gd name="csY0" fmla="*/ 0 h 866956"/>
                <a:gd name="csX1" fmla="*/ 2336810 w 2336810"/>
                <a:gd name="csY1" fmla="*/ 0 h 866956"/>
                <a:gd name="csX2" fmla="*/ 2336810 w 2336810"/>
                <a:gd name="csY2" fmla="*/ 866956 h 866956"/>
                <a:gd name="csX3" fmla="*/ 0 w 2336810"/>
                <a:gd name="csY3" fmla="*/ 866956 h 866956"/>
                <a:gd name="csX4" fmla="*/ 0 w 2336810"/>
                <a:gd name="csY4" fmla="*/ 0 h 866956"/>
              </a:gdLst>
              <a:ahLst/>
              <a:cxnLst>
                <a:cxn ang="0">
                  <a:pos x="csX0" y="csY0"/>
                </a:cxn>
                <a:cxn ang="0">
                  <a:pos x="csX1" y="csY1"/>
                </a:cxn>
                <a:cxn ang="0">
                  <a:pos x="csX2" y="csY2"/>
                </a:cxn>
                <a:cxn ang="0">
                  <a:pos x="csX3" y="csY3"/>
                </a:cxn>
                <a:cxn ang="0">
                  <a:pos x="csX4" y="csY4"/>
                </a:cxn>
              </a:cxnLst>
              <a:rect l="l" t="t" r="r" b="b"/>
              <a:pathLst>
                <a:path w="2336810" h="866956">
                  <a:moveTo>
                    <a:pt x="0" y="0"/>
                  </a:moveTo>
                  <a:lnTo>
                    <a:pt x="2336810" y="0"/>
                  </a:lnTo>
                  <a:lnTo>
                    <a:pt x="2336810" y="866956"/>
                  </a:lnTo>
                  <a:lnTo>
                    <a:pt x="0" y="86695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1592" tIns="291592" rIns="291592" bIns="0" numCol="1" spcCol="1270" anchor="t" anchorCtr="0">
              <a:noAutofit/>
            </a:bodyPr>
            <a:lstStyle/>
            <a:p>
              <a:pPr marL="0" lvl="0" indent="0" algn="ctr" defTabSz="1822450">
                <a:lnSpc>
                  <a:spcPct val="90000"/>
                </a:lnSpc>
                <a:spcBef>
                  <a:spcPct val="0"/>
                </a:spcBef>
                <a:spcAft>
                  <a:spcPct val="35000"/>
                </a:spcAft>
                <a:buNone/>
              </a:pPr>
              <a:endParaRPr lang="en-IN" sz="4100" kern="1200"/>
            </a:p>
          </p:txBody>
        </p:sp>
        <p:sp>
          <p:nvSpPr>
            <p:cNvPr id="8" name="Rectangle: Rounded Corners 7">
              <a:extLst>
                <a:ext uri="{FF2B5EF4-FFF2-40B4-BE49-F238E27FC236}">
                  <a16:creationId xmlns:a16="http://schemas.microsoft.com/office/drawing/2014/main" id="{C443FD8A-A264-C930-66DA-67E82FDEEAD6}"/>
                </a:ext>
              </a:extLst>
            </p:cNvPr>
            <p:cNvSpPr/>
            <p:nvPr/>
          </p:nvSpPr>
          <p:spPr>
            <a:xfrm>
              <a:off x="3672463" y="2429435"/>
              <a:ext cx="2336810" cy="312868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lvl="0"/>
              <a:r>
                <a:rPr lang="en-US" sz="2000" b="1" dirty="0">
                  <a:solidFill>
                    <a:srgbClr val="002060"/>
                  </a:solidFill>
                  <a:ea typeface="Calibri"/>
                  <a:cs typeface="Calibri"/>
                  <a:sym typeface="Calibri"/>
                </a:rPr>
                <a:t>Educational Resources</a:t>
              </a:r>
              <a:endParaRPr lang="en-US" dirty="0"/>
            </a:p>
            <a:p>
              <a:pPr lvl="0"/>
              <a:endParaRPr lang="en-US" sz="2000" b="1" dirty="0">
                <a:solidFill>
                  <a:srgbClr val="002060"/>
                </a:solidFill>
                <a:ea typeface="Calibri"/>
                <a:cs typeface="Calibri"/>
                <a:sym typeface="Calibri"/>
              </a:endParaRPr>
            </a:p>
            <a:p>
              <a:pPr lvl="0"/>
              <a:r>
                <a:rPr lang="en-US" dirty="0">
                  <a:solidFill>
                    <a:schemeClr val="dk1"/>
                  </a:solidFill>
                  <a:ea typeface="Calibri"/>
                  <a:cs typeface="Calibri"/>
                  <a:sym typeface="Calibri"/>
                </a:rPr>
                <a:t>Offer tutorials and webinars on maximizing engagement and using platform features effectively</a:t>
              </a:r>
              <a:endParaRPr lang="en-IN" dirty="0"/>
            </a:p>
          </p:txBody>
        </p:sp>
        <p:sp>
          <p:nvSpPr>
            <p:cNvPr id="9" name="Freeform: Shape 8">
              <a:extLst>
                <a:ext uri="{FF2B5EF4-FFF2-40B4-BE49-F238E27FC236}">
                  <a16:creationId xmlns:a16="http://schemas.microsoft.com/office/drawing/2014/main" id="{7907944D-8DFB-52DA-D09A-E3AABC5EC067}"/>
                </a:ext>
              </a:extLst>
            </p:cNvPr>
            <p:cNvSpPr/>
            <p:nvPr/>
          </p:nvSpPr>
          <p:spPr>
            <a:xfrm>
              <a:off x="3672463" y="4229178"/>
              <a:ext cx="2336810" cy="866956"/>
            </a:xfrm>
            <a:custGeom>
              <a:avLst/>
              <a:gdLst>
                <a:gd name="csX0" fmla="*/ 0 w 2336810"/>
                <a:gd name="csY0" fmla="*/ 0 h 866956"/>
                <a:gd name="csX1" fmla="*/ 2336810 w 2336810"/>
                <a:gd name="csY1" fmla="*/ 0 h 866956"/>
                <a:gd name="csX2" fmla="*/ 2336810 w 2336810"/>
                <a:gd name="csY2" fmla="*/ 866956 h 866956"/>
                <a:gd name="csX3" fmla="*/ 0 w 2336810"/>
                <a:gd name="csY3" fmla="*/ 866956 h 866956"/>
                <a:gd name="csX4" fmla="*/ 0 w 2336810"/>
                <a:gd name="csY4" fmla="*/ 0 h 866956"/>
              </a:gdLst>
              <a:ahLst/>
              <a:cxnLst>
                <a:cxn ang="0">
                  <a:pos x="csX0" y="csY0"/>
                </a:cxn>
                <a:cxn ang="0">
                  <a:pos x="csX1" y="csY1"/>
                </a:cxn>
                <a:cxn ang="0">
                  <a:pos x="csX2" y="csY2"/>
                </a:cxn>
                <a:cxn ang="0">
                  <a:pos x="csX3" y="csY3"/>
                </a:cxn>
                <a:cxn ang="0">
                  <a:pos x="csX4" y="csY4"/>
                </a:cxn>
              </a:cxnLst>
              <a:rect l="l" t="t" r="r" b="b"/>
              <a:pathLst>
                <a:path w="2336810" h="866956">
                  <a:moveTo>
                    <a:pt x="0" y="0"/>
                  </a:moveTo>
                  <a:lnTo>
                    <a:pt x="2336810" y="0"/>
                  </a:lnTo>
                  <a:lnTo>
                    <a:pt x="2336810" y="866956"/>
                  </a:lnTo>
                  <a:lnTo>
                    <a:pt x="0" y="86695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1592" tIns="291592" rIns="291592" bIns="0" numCol="1" spcCol="1270" anchor="t" anchorCtr="0">
              <a:noAutofit/>
            </a:bodyPr>
            <a:lstStyle/>
            <a:p>
              <a:pPr marL="0" lvl="0" indent="0" algn="ctr" defTabSz="1822450">
                <a:lnSpc>
                  <a:spcPct val="90000"/>
                </a:lnSpc>
                <a:spcBef>
                  <a:spcPct val="0"/>
                </a:spcBef>
                <a:spcAft>
                  <a:spcPct val="35000"/>
                </a:spcAft>
                <a:buNone/>
              </a:pPr>
              <a:endParaRPr lang="en-IN" sz="4100" kern="1200"/>
            </a:p>
          </p:txBody>
        </p:sp>
        <p:sp>
          <p:nvSpPr>
            <p:cNvPr id="10" name="Rectangle: Rounded Corners 9">
              <a:extLst>
                <a:ext uri="{FF2B5EF4-FFF2-40B4-BE49-F238E27FC236}">
                  <a16:creationId xmlns:a16="http://schemas.microsoft.com/office/drawing/2014/main" id="{13EB2D41-CDF7-6421-B9FC-E28B338700C3}"/>
                </a:ext>
              </a:extLst>
            </p:cNvPr>
            <p:cNvSpPr/>
            <p:nvPr/>
          </p:nvSpPr>
          <p:spPr>
            <a:xfrm>
              <a:off x="6243052" y="2429434"/>
              <a:ext cx="2336810" cy="312868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lvl="0"/>
              <a:r>
                <a:rPr lang="en-US" sz="2000" b="1" dirty="0">
                  <a:solidFill>
                    <a:srgbClr val="002060"/>
                  </a:solidFill>
                  <a:ea typeface="Calibri"/>
                  <a:cs typeface="Calibri"/>
                  <a:sym typeface="Calibri"/>
                </a:rPr>
                <a:t>Community Initiatives</a:t>
              </a:r>
              <a:endParaRPr lang="en-US" b="1" dirty="0">
                <a:solidFill>
                  <a:srgbClr val="002060"/>
                </a:solidFill>
                <a:ea typeface="Calibri"/>
                <a:cs typeface="Calibri"/>
                <a:sym typeface="Calibri"/>
              </a:endParaRPr>
            </a:p>
            <a:p>
              <a:pPr lvl="0"/>
              <a:endParaRPr lang="en-US" dirty="0">
                <a:solidFill>
                  <a:schemeClr val="dk1"/>
                </a:solidFill>
                <a:ea typeface="Calibri"/>
                <a:cs typeface="Calibri"/>
                <a:sym typeface="Calibri"/>
              </a:endParaRPr>
            </a:p>
            <a:p>
              <a:pPr lvl="0"/>
              <a:r>
                <a:rPr lang="en-US" dirty="0">
                  <a:solidFill>
                    <a:schemeClr val="dk1"/>
                  </a:solidFill>
                  <a:ea typeface="Calibri"/>
                  <a:cs typeface="Calibri"/>
                  <a:sym typeface="Calibri"/>
                </a:rPr>
                <a:t>Create forums and social events, and launch an ambassador program to promote the platform.</a:t>
              </a:r>
              <a:endParaRPr lang="en-US" dirty="0"/>
            </a:p>
            <a:p>
              <a:endParaRPr lang="en-IN" dirty="0"/>
            </a:p>
          </p:txBody>
        </p:sp>
        <p:sp>
          <p:nvSpPr>
            <p:cNvPr id="11" name="Freeform: Shape 10">
              <a:extLst>
                <a:ext uri="{FF2B5EF4-FFF2-40B4-BE49-F238E27FC236}">
                  <a16:creationId xmlns:a16="http://schemas.microsoft.com/office/drawing/2014/main" id="{EC201CEF-C470-BF37-7808-6D99886D1CD7}"/>
                </a:ext>
              </a:extLst>
            </p:cNvPr>
            <p:cNvSpPr/>
            <p:nvPr/>
          </p:nvSpPr>
          <p:spPr>
            <a:xfrm>
              <a:off x="6243052" y="4229178"/>
              <a:ext cx="2336810" cy="866956"/>
            </a:xfrm>
            <a:custGeom>
              <a:avLst/>
              <a:gdLst>
                <a:gd name="csX0" fmla="*/ 0 w 2336810"/>
                <a:gd name="csY0" fmla="*/ 0 h 866956"/>
                <a:gd name="csX1" fmla="*/ 2336810 w 2336810"/>
                <a:gd name="csY1" fmla="*/ 0 h 866956"/>
                <a:gd name="csX2" fmla="*/ 2336810 w 2336810"/>
                <a:gd name="csY2" fmla="*/ 866956 h 866956"/>
                <a:gd name="csX3" fmla="*/ 0 w 2336810"/>
                <a:gd name="csY3" fmla="*/ 866956 h 866956"/>
                <a:gd name="csX4" fmla="*/ 0 w 2336810"/>
                <a:gd name="csY4" fmla="*/ 0 h 866956"/>
              </a:gdLst>
              <a:ahLst/>
              <a:cxnLst>
                <a:cxn ang="0">
                  <a:pos x="csX0" y="csY0"/>
                </a:cxn>
                <a:cxn ang="0">
                  <a:pos x="csX1" y="csY1"/>
                </a:cxn>
                <a:cxn ang="0">
                  <a:pos x="csX2" y="csY2"/>
                </a:cxn>
                <a:cxn ang="0">
                  <a:pos x="csX3" y="csY3"/>
                </a:cxn>
                <a:cxn ang="0">
                  <a:pos x="csX4" y="csY4"/>
                </a:cxn>
              </a:cxnLst>
              <a:rect l="l" t="t" r="r" b="b"/>
              <a:pathLst>
                <a:path w="2336810" h="866956">
                  <a:moveTo>
                    <a:pt x="0" y="0"/>
                  </a:moveTo>
                  <a:lnTo>
                    <a:pt x="2336810" y="0"/>
                  </a:lnTo>
                  <a:lnTo>
                    <a:pt x="2336810" y="866956"/>
                  </a:lnTo>
                  <a:lnTo>
                    <a:pt x="0" y="86695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1592" tIns="291592" rIns="291592" bIns="0" numCol="1" spcCol="1270" anchor="t" anchorCtr="0">
              <a:noAutofit/>
            </a:bodyPr>
            <a:lstStyle/>
            <a:p>
              <a:pPr marL="0" lvl="0" indent="0" algn="ctr" defTabSz="1822450">
                <a:lnSpc>
                  <a:spcPct val="90000"/>
                </a:lnSpc>
                <a:spcBef>
                  <a:spcPct val="0"/>
                </a:spcBef>
                <a:spcAft>
                  <a:spcPct val="35000"/>
                </a:spcAft>
                <a:buNone/>
              </a:pPr>
              <a:endParaRPr lang="en-IN" sz="4100" kern="1200"/>
            </a:p>
          </p:txBody>
        </p:sp>
        <p:sp>
          <p:nvSpPr>
            <p:cNvPr id="12" name="Rectangle: Rounded Corners 11">
              <a:extLst>
                <a:ext uri="{FF2B5EF4-FFF2-40B4-BE49-F238E27FC236}">
                  <a16:creationId xmlns:a16="http://schemas.microsoft.com/office/drawing/2014/main" id="{5DE517AA-A8A9-E587-09DB-9BFEE771A6C3}"/>
                </a:ext>
              </a:extLst>
            </p:cNvPr>
            <p:cNvSpPr/>
            <p:nvPr/>
          </p:nvSpPr>
          <p:spPr>
            <a:xfrm>
              <a:off x="8813642" y="2429433"/>
              <a:ext cx="2336810" cy="312868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dirty="0"/>
            </a:p>
          </p:txBody>
        </p:sp>
        <p:sp>
          <p:nvSpPr>
            <p:cNvPr id="13" name="Freeform: Shape 12">
              <a:extLst>
                <a:ext uri="{FF2B5EF4-FFF2-40B4-BE49-F238E27FC236}">
                  <a16:creationId xmlns:a16="http://schemas.microsoft.com/office/drawing/2014/main" id="{5051FF8A-F2EF-1A06-AD1F-834E6E464D44}"/>
                </a:ext>
              </a:extLst>
            </p:cNvPr>
            <p:cNvSpPr/>
            <p:nvPr/>
          </p:nvSpPr>
          <p:spPr>
            <a:xfrm>
              <a:off x="8813642" y="4229178"/>
              <a:ext cx="2336810" cy="866956"/>
            </a:xfrm>
            <a:custGeom>
              <a:avLst/>
              <a:gdLst>
                <a:gd name="csX0" fmla="*/ 0 w 2336810"/>
                <a:gd name="csY0" fmla="*/ 0 h 866956"/>
                <a:gd name="csX1" fmla="*/ 2336810 w 2336810"/>
                <a:gd name="csY1" fmla="*/ 0 h 866956"/>
                <a:gd name="csX2" fmla="*/ 2336810 w 2336810"/>
                <a:gd name="csY2" fmla="*/ 866956 h 866956"/>
                <a:gd name="csX3" fmla="*/ 0 w 2336810"/>
                <a:gd name="csY3" fmla="*/ 866956 h 866956"/>
                <a:gd name="csX4" fmla="*/ 0 w 2336810"/>
                <a:gd name="csY4" fmla="*/ 0 h 866956"/>
              </a:gdLst>
              <a:ahLst/>
              <a:cxnLst>
                <a:cxn ang="0">
                  <a:pos x="csX0" y="csY0"/>
                </a:cxn>
                <a:cxn ang="0">
                  <a:pos x="csX1" y="csY1"/>
                </a:cxn>
                <a:cxn ang="0">
                  <a:pos x="csX2" y="csY2"/>
                </a:cxn>
                <a:cxn ang="0">
                  <a:pos x="csX3" y="csY3"/>
                </a:cxn>
                <a:cxn ang="0">
                  <a:pos x="csX4" y="csY4"/>
                </a:cxn>
              </a:cxnLst>
              <a:rect l="l" t="t" r="r" b="b"/>
              <a:pathLst>
                <a:path w="2336810" h="866956">
                  <a:moveTo>
                    <a:pt x="0" y="0"/>
                  </a:moveTo>
                  <a:lnTo>
                    <a:pt x="2336810" y="0"/>
                  </a:lnTo>
                  <a:lnTo>
                    <a:pt x="2336810" y="866956"/>
                  </a:lnTo>
                  <a:lnTo>
                    <a:pt x="0" y="86695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91592" tIns="291592" rIns="291592" bIns="0" numCol="1" spcCol="1270" anchor="t" anchorCtr="0">
              <a:noAutofit/>
            </a:bodyPr>
            <a:lstStyle/>
            <a:p>
              <a:pPr marL="0" lvl="0" indent="0" algn="ctr" defTabSz="1822450">
                <a:lnSpc>
                  <a:spcPct val="90000"/>
                </a:lnSpc>
                <a:spcBef>
                  <a:spcPct val="0"/>
                </a:spcBef>
                <a:spcAft>
                  <a:spcPct val="35000"/>
                </a:spcAft>
                <a:buNone/>
              </a:pPr>
              <a:endParaRPr lang="en-IN" sz="4100" kern="1200"/>
            </a:p>
          </p:txBody>
        </p:sp>
      </p:grpSp>
      <p:sp>
        <p:nvSpPr>
          <p:cNvPr id="15" name="TextBox 14">
            <a:extLst>
              <a:ext uri="{FF2B5EF4-FFF2-40B4-BE49-F238E27FC236}">
                <a16:creationId xmlns:a16="http://schemas.microsoft.com/office/drawing/2014/main" id="{E5F93542-0F4B-82FF-8BB9-3ADBBCF2FAD0}"/>
              </a:ext>
            </a:extLst>
          </p:cNvPr>
          <p:cNvSpPr txBox="1"/>
          <p:nvPr/>
        </p:nvSpPr>
        <p:spPr>
          <a:xfrm>
            <a:off x="1097280" y="2644170"/>
            <a:ext cx="2219661" cy="2092881"/>
          </a:xfrm>
          <a:prstGeom prst="rect">
            <a:avLst/>
          </a:prstGeom>
          <a:noFill/>
        </p:spPr>
        <p:txBody>
          <a:bodyPr wrap="square">
            <a:spAutoFit/>
          </a:bodyPr>
          <a:lstStyle/>
          <a:p>
            <a:pPr marL="0" marR="0" lvl="0" indent="0" algn="l" rtl="0">
              <a:spcBef>
                <a:spcPts val="0"/>
              </a:spcBef>
              <a:spcAft>
                <a:spcPts val="0"/>
              </a:spcAft>
              <a:buNone/>
            </a:pPr>
            <a:r>
              <a:rPr lang="en-US" sz="2000" b="1" dirty="0">
                <a:solidFill>
                  <a:srgbClr val="002060"/>
                </a:solidFill>
                <a:latin typeface="Calibri"/>
                <a:ea typeface="Calibri"/>
                <a:cs typeface="Calibri"/>
                <a:sym typeface="Calibri"/>
              </a:rPr>
              <a:t>User Recognition</a:t>
            </a:r>
            <a:endParaRPr lang="en-US" dirty="0"/>
          </a:p>
          <a:p>
            <a:pPr marL="0" marR="0" lvl="0" indent="0" algn="l" rtl="0">
              <a:spcBef>
                <a:spcPts val="0"/>
              </a:spcBef>
              <a:spcAft>
                <a:spcPts val="0"/>
              </a:spcAft>
              <a:buNone/>
            </a:pPr>
            <a:endParaRPr lang="en-US" sz="2000" b="1" dirty="0">
              <a:solidFill>
                <a:srgbClr val="002060"/>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Introduce awards like ‘User of the Month’ and hold photo contests to boost engagement</a:t>
            </a:r>
            <a:endParaRPr lang="en-IN" dirty="0"/>
          </a:p>
        </p:txBody>
      </p:sp>
      <p:sp>
        <p:nvSpPr>
          <p:cNvPr id="17" name="TextBox 16">
            <a:extLst>
              <a:ext uri="{FF2B5EF4-FFF2-40B4-BE49-F238E27FC236}">
                <a16:creationId xmlns:a16="http://schemas.microsoft.com/office/drawing/2014/main" id="{0D72E63C-72D6-AB69-6F10-15AF28BC2B79}"/>
              </a:ext>
            </a:extLst>
          </p:cNvPr>
          <p:cNvSpPr txBox="1"/>
          <p:nvPr/>
        </p:nvSpPr>
        <p:spPr>
          <a:xfrm>
            <a:off x="8969354" y="2531834"/>
            <a:ext cx="2025385" cy="2923877"/>
          </a:xfrm>
          <a:prstGeom prst="rect">
            <a:avLst/>
          </a:prstGeom>
          <a:noFill/>
        </p:spPr>
        <p:txBody>
          <a:bodyPr wrap="square">
            <a:spAutoFit/>
          </a:bodyPr>
          <a:lstStyle/>
          <a:p>
            <a:pPr marL="0" marR="0" lvl="0" indent="0" algn="l" rtl="0">
              <a:spcBef>
                <a:spcPts val="0"/>
              </a:spcBef>
              <a:spcAft>
                <a:spcPts val="0"/>
              </a:spcAft>
              <a:buNone/>
            </a:pPr>
            <a:r>
              <a:rPr lang="en-US" sz="2000" b="1" dirty="0">
                <a:solidFill>
                  <a:srgbClr val="002060"/>
                </a:solidFill>
                <a:latin typeface="Calibri"/>
                <a:ea typeface="Calibri"/>
                <a:cs typeface="Calibri"/>
                <a:sym typeface="Calibri"/>
              </a:rPr>
              <a:t>Influencer Collaborations</a:t>
            </a:r>
            <a:endParaRPr lang="en-US" dirty="0"/>
          </a:p>
          <a:p>
            <a:pPr marL="0" marR="0" lvl="0" indent="0" algn="l" rtl="0">
              <a:spcBef>
                <a:spcPts val="0"/>
              </a:spcBef>
              <a:spcAft>
                <a:spcPts val="0"/>
              </a:spcAft>
              <a:buNone/>
            </a:pPr>
            <a:endParaRPr lang="en-US" sz="1800" b="1" dirty="0">
              <a:solidFill>
                <a:srgbClr val="002060"/>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Partner with engaged influencers to attract new users and enhance current user participation</a:t>
            </a:r>
            <a:endParaRPr lang="en-IN" dirty="0"/>
          </a:p>
        </p:txBody>
      </p:sp>
    </p:spTree>
    <p:extLst>
      <p:ext uri="{BB962C8B-B14F-4D97-AF65-F5344CB8AC3E}">
        <p14:creationId xmlns:p14="http://schemas.microsoft.com/office/powerpoint/2010/main" val="652276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DE38F-F944-D183-BE87-DCC1966322A9}"/>
              </a:ext>
            </a:extLst>
          </p:cNvPr>
          <p:cNvSpPr>
            <a:spLocks noGrp="1"/>
          </p:cNvSpPr>
          <p:nvPr>
            <p:ph type="title"/>
          </p:nvPr>
        </p:nvSpPr>
        <p:spPr/>
        <p:txBody>
          <a:bodyPr/>
          <a:lstStyle/>
          <a:p>
            <a:pPr algn="ctr"/>
            <a:r>
              <a:rPr lang="en-IN" u="sng" dirty="0">
                <a:latin typeface="Comic Sans MS" panose="030F0702030302020204" pitchFamily="66" charset="0"/>
              </a:rPr>
              <a:t>Conclusion </a:t>
            </a:r>
          </a:p>
        </p:txBody>
      </p:sp>
      <p:sp>
        <p:nvSpPr>
          <p:cNvPr id="3" name="Content Placeholder 2">
            <a:extLst>
              <a:ext uri="{FF2B5EF4-FFF2-40B4-BE49-F238E27FC236}">
                <a16:creationId xmlns:a16="http://schemas.microsoft.com/office/drawing/2014/main" id="{4FCFE73A-3B42-F3BD-C897-A59EDE4A1541}"/>
              </a:ext>
            </a:extLst>
          </p:cNvPr>
          <p:cNvSpPr>
            <a:spLocks noGrp="1"/>
          </p:cNvSpPr>
          <p:nvPr>
            <p:ph idx="1"/>
          </p:nvPr>
        </p:nvSpPr>
        <p:spPr>
          <a:xfrm>
            <a:off x="1097280" y="1845734"/>
            <a:ext cx="7042673" cy="4023360"/>
          </a:xfrm>
        </p:spPr>
        <p:txBody>
          <a:bodyPr/>
          <a:lstStyle/>
          <a:p>
            <a:pPr marL="342900" lvl="0" indent="-342900">
              <a:spcBef>
                <a:spcPts val="0"/>
              </a:spcBef>
              <a:spcAft>
                <a:spcPts val="0"/>
              </a:spcAft>
              <a:buClr>
                <a:schemeClr val="dk1"/>
              </a:buClr>
              <a:buSzPts val="2000"/>
              <a:buFont typeface="Arial"/>
              <a:buChar char="•"/>
            </a:pPr>
            <a:r>
              <a:rPr lang="en-US" b="1" dirty="0">
                <a:solidFill>
                  <a:schemeClr val="dk1"/>
                </a:solidFill>
                <a:ea typeface="Calibri"/>
                <a:cs typeface="Calibri"/>
                <a:sym typeface="Calibri"/>
              </a:rPr>
              <a:t>User Acquisition Efforts:</a:t>
            </a:r>
            <a:br>
              <a:rPr lang="en-US" dirty="0">
                <a:solidFill>
                  <a:schemeClr val="dk1"/>
                </a:solidFill>
                <a:ea typeface="Calibri"/>
                <a:cs typeface="Calibri"/>
                <a:sym typeface="Calibri"/>
              </a:rPr>
            </a:br>
            <a:r>
              <a:rPr lang="en-US" dirty="0">
                <a:solidFill>
                  <a:schemeClr val="dk1"/>
                </a:solidFill>
                <a:ea typeface="Calibri"/>
                <a:cs typeface="Calibri"/>
                <a:sym typeface="Calibri"/>
              </a:rPr>
              <a:t>Leverage influencer partnerships and ambassador programs to attract new users, while implementing educational initiatives to help them effectively engage with the platform.</a:t>
            </a:r>
            <a:endParaRPr lang="en-US" dirty="0"/>
          </a:p>
          <a:p>
            <a:pPr marL="342900" lvl="0" indent="-215900">
              <a:spcBef>
                <a:spcPts val="0"/>
              </a:spcBef>
              <a:spcAft>
                <a:spcPts val="0"/>
              </a:spcAft>
              <a:buClr>
                <a:schemeClr val="dk1"/>
              </a:buClr>
              <a:buSzPts val="2000"/>
              <a:buNone/>
            </a:pPr>
            <a:endParaRPr lang="en-US" b="1" dirty="0">
              <a:solidFill>
                <a:srgbClr val="FF7C80"/>
              </a:solidFill>
              <a:ea typeface="Calibri"/>
              <a:cs typeface="Calibri"/>
              <a:sym typeface="Calibri"/>
            </a:endParaRPr>
          </a:p>
          <a:p>
            <a:pPr marL="342900" lvl="0" indent="-342900">
              <a:spcBef>
                <a:spcPts val="0"/>
              </a:spcBef>
              <a:spcAft>
                <a:spcPts val="0"/>
              </a:spcAft>
              <a:buClr>
                <a:schemeClr val="dk1"/>
              </a:buClr>
              <a:buSzPts val="2000"/>
              <a:buFont typeface="Arial"/>
              <a:buChar char="•"/>
            </a:pPr>
            <a:r>
              <a:rPr lang="en-US" b="1" dirty="0">
                <a:solidFill>
                  <a:schemeClr val="dk1"/>
                </a:solidFill>
                <a:ea typeface="Calibri"/>
                <a:cs typeface="Calibri"/>
                <a:sym typeface="Calibri"/>
              </a:rPr>
              <a:t>User Retention Strategies:</a:t>
            </a:r>
            <a:br>
              <a:rPr lang="en-US" dirty="0">
                <a:solidFill>
                  <a:schemeClr val="dk1"/>
                </a:solidFill>
                <a:ea typeface="Calibri"/>
                <a:cs typeface="Calibri"/>
                <a:sym typeface="Calibri"/>
              </a:rPr>
            </a:br>
            <a:r>
              <a:rPr lang="en-US" dirty="0">
                <a:solidFill>
                  <a:schemeClr val="dk1"/>
                </a:solidFill>
                <a:ea typeface="Calibri"/>
                <a:cs typeface="Calibri"/>
                <a:sym typeface="Calibri"/>
              </a:rPr>
              <a:t>Use personalized content recommendations, exclusive offers, and feedback mechanisms to retain users and address inactivity.</a:t>
            </a:r>
            <a:endParaRPr lang="en-US" b="1" dirty="0">
              <a:solidFill>
                <a:srgbClr val="FF7C80"/>
              </a:solidFill>
              <a:ea typeface="Calibri"/>
              <a:cs typeface="Calibri"/>
              <a:sym typeface="Calibri"/>
            </a:endParaRPr>
          </a:p>
          <a:p>
            <a:pPr marL="342900" lvl="0" indent="-215900">
              <a:spcBef>
                <a:spcPts val="0"/>
              </a:spcBef>
              <a:spcAft>
                <a:spcPts val="0"/>
              </a:spcAft>
              <a:buClr>
                <a:schemeClr val="dk1"/>
              </a:buClr>
              <a:buSzPts val="2000"/>
              <a:buNone/>
            </a:pPr>
            <a:endParaRPr lang="en-US" b="1" dirty="0">
              <a:solidFill>
                <a:srgbClr val="FF7C80"/>
              </a:solidFill>
              <a:ea typeface="Calibri"/>
              <a:cs typeface="Calibri"/>
              <a:sym typeface="Calibri"/>
            </a:endParaRPr>
          </a:p>
          <a:p>
            <a:pPr marL="342900" lvl="0" indent="-342900">
              <a:spcBef>
                <a:spcPts val="0"/>
              </a:spcBef>
              <a:spcAft>
                <a:spcPts val="0"/>
              </a:spcAft>
              <a:buClr>
                <a:schemeClr val="dk1"/>
              </a:buClr>
              <a:buSzPts val="2000"/>
              <a:buFont typeface="Arial"/>
              <a:buChar char="•"/>
            </a:pPr>
            <a:r>
              <a:rPr lang="en-US" b="1" dirty="0">
                <a:solidFill>
                  <a:schemeClr val="dk1"/>
                </a:solidFill>
                <a:ea typeface="Calibri"/>
                <a:cs typeface="Calibri"/>
                <a:sym typeface="Calibri"/>
              </a:rPr>
              <a:t>User Engagement Initiatives:</a:t>
            </a:r>
            <a:br>
              <a:rPr lang="en-US" dirty="0">
                <a:solidFill>
                  <a:schemeClr val="dk1"/>
                </a:solidFill>
                <a:ea typeface="Calibri"/>
                <a:cs typeface="Calibri"/>
                <a:sym typeface="Calibri"/>
              </a:rPr>
            </a:br>
            <a:r>
              <a:rPr lang="en-US" dirty="0">
                <a:solidFill>
                  <a:schemeClr val="dk1"/>
                </a:solidFill>
                <a:ea typeface="Calibri"/>
                <a:cs typeface="Calibri"/>
                <a:sym typeface="Calibri"/>
              </a:rPr>
              <a:t>Focus on re-engagement campaigns, tag usage promotions, and community-building activities to encourage inactive and moderately active users to enhance their overall experience.</a:t>
            </a:r>
            <a:endParaRPr lang="en-US" b="1" dirty="0">
              <a:solidFill>
                <a:srgbClr val="FF7C80"/>
              </a:solidFill>
              <a:ea typeface="Calibri"/>
              <a:cs typeface="Calibri"/>
              <a:sym typeface="Calibri"/>
            </a:endParaRPr>
          </a:p>
          <a:p>
            <a:endParaRPr lang="en-IN" dirty="0"/>
          </a:p>
        </p:txBody>
      </p:sp>
      <p:pic>
        <p:nvPicPr>
          <p:cNvPr id="4" name="Google Shape;386;p37" descr="Sharing Ideas Stock Vector Illustration And Royalty Free Sharing Ideas  Clipart | Ideas Clip Art | gonzaleschurchofchrist.org">
            <a:extLst>
              <a:ext uri="{FF2B5EF4-FFF2-40B4-BE49-F238E27FC236}">
                <a16:creationId xmlns:a16="http://schemas.microsoft.com/office/drawing/2014/main" id="{2BD27B1A-9951-1A50-E007-9847F643EC67}"/>
              </a:ext>
            </a:extLst>
          </p:cNvPr>
          <p:cNvPicPr preferRelativeResize="0"/>
          <p:nvPr/>
        </p:nvPicPr>
        <p:blipFill rotWithShape="1">
          <a:blip r:embed="rId2">
            <a:alphaModFix/>
          </a:blip>
          <a:srcRect l="6047" t="1774" r="8349" b="3226"/>
          <a:stretch/>
        </p:blipFill>
        <p:spPr>
          <a:xfrm>
            <a:off x="8139953" y="1945340"/>
            <a:ext cx="3662636" cy="3923753"/>
          </a:xfrm>
          <a:prstGeom prst="rect">
            <a:avLst/>
          </a:prstGeom>
          <a:noFill/>
          <a:ln>
            <a:noFill/>
          </a:ln>
        </p:spPr>
      </p:pic>
    </p:spTree>
    <p:extLst>
      <p:ext uri="{BB962C8B-B14F-4D97-AF65-F5344CB8AC3E}">
        <p14:creationId xmlns:p14="http://schemas.microsoft.com/office/powerpoint/2010/main" val="3680388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EB0FB-48C5-7D0A-95BC-9123DFA29CCF}"/>
              </a:ext>
            </a:extLst>
          </p:cNvPr>
          <p:cNvSpPr>
            <a:spLocks noGrp="1"/>
          </p:cNvSpPr>
          <p:nvPr>
            <p:ph type="title"/>
          </p:nvPr>
        </p:nvSpPr>
        <p:spPr>
          <a:xfrm>
            <a:off x="1097280" y="286603"/>
            <a:ext cx="10058400" cy="1569091"/>
          </a:xfrm>
        </p:spPr>
        <p:txBody>
          <a:bodyPr/>
          <a:lstStyle/>
          <a:p>
            <a:pPr algn="ctr"/>
            <a:endParaRPr lang="en-IN" u="sng" dirty="0">
              <a:solidFill>
                <a:srgbClr val="C00000"/>
              </a:solidFill>
              <a:latin typeface="Comic Sans MS" panose="030F0702030302020204" pitchFamily="66" charset="0"/>
            </a:endParaRPr>
          </a:p>
        </p:txBody>
      </p:sp>
      <p:pic>
        <p:nvPicPr>
          <p:cNvPr id="3" name="Google Shape;392;p38">
            <a:extLst>
              <a:ext uri="{FF2B5EF4-FFF2-40B4-BE49-F238E27FC236}">
                <a16:creationId xmlns:a16="http://schemas.microsoft.com/office/drawing/2014/main" id="{BFF0EFD0-3B98-7865-CAAA-4203237C36A1}"/>
              </a:ext>
            </a:extLst>
          </p:cNvPr>
          <p:cNvPicPr preferRelativeResize="0"/>
          <p:nvPr/>
        </p:nvPicPr>
        <p:blipFill rotWithShape="1">
          <a:blip r:embed="rId2">
            <a:alphaModFix/>
          </a:blip>
          <a:srcRect/>
          <a:stretch/>
        </p:blipFill>
        <p:spPr>
          <a:xfrm>
            <a:off x="1217373" y="176583"/>
            <a:ext cx="9757253" cy="6000100"/>
          </a:xfrm>
          <a:prstGeom prst="rect">
            <a:avLst/>
          </a:prstGeom>
          <a:noFill/>
          <a:ln>
            <a:noFill/>
          </a:ln>
        </p:spPr>
      </p:pic>
    </p:spTree>
    <p:extLst>
      <p:ext uri="{BB962C8B-B14F-4D97-AF65-F5344CB8AC3E}">
        <p14:creationId xmlns:p14="http://schemas.microsoft.com/office/powerpoint/2010/main" val="29671787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7488</TotalTime>
  <Words>992</Words>
  <Application>Microsoft Office PowerPoint</Application>
  <PresentationFormat>Widescreen</PresentationFormat>
  <Paragraphs>123</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Rounded MT Bold</vt:lpstr>
      <vt:lpstr>Calibri</vt:lpstr>
      <vt:lpstr>Calibri Light</vt:lpstr>
      <vt:lpstr>Century Gothic</vt:lpstr>
      <vt:lpstr>Comic Sans MS</vt:lpstr>
      <vt:lpstr>Wingdings</vt:lpstr>
      <vt:lpstr>Retrospect</vt:lpstr>
      <vt:lpstr>Social Media Analysis </vt:lpstr>
      <vt:lpstr>ABOUT META</vt:lpstr>
      <vt:lpstr>AGENDA</vt:lpstr>
      <vt:lpstr>Problem Statement</vt:lpstr>
      <vt:lpstr>Data Description</vt:lpstr>
      <vt:lpstr>Database Schema </vt:lpstr>
      <vt:lpstr>INSTAGRAM PROJECT OVERVIEW</vt:lpstr>
      <vt:lpstr>DATA OVERVIEW</vt:lpstr>
      <vt:lpstr>Users Distribution</vt:lpstr>
      <vt:lpstr>Users Distribution</vt:lpstr>
      <vt:lpstr>Tags Distribution</vt:lpstr>
      <vt:lpstr>Top Users</vt:lpstr>
      <vt:lpstr>Post distribution </vt:lpstr>
      <vt:lpstr>User Acquisition</vt:lpstr>
      <vt:lpstr>User Retention</vt:lpstr>
      <vt:lpstr>User Engagement </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Neelam Rajput</dc:creator>
  <cp:lastModifiedBy>Neelam Rajput</cp:lastModifiedBy>
  <cp:revision>2</cp:revision>
  <dcterms:created xsi:type="dcterms:W3CDTF">2026-04-06T06:25:42Z</dcterms:created>
  <dcterms:modified xsi:type="dcterms:W3CDTF">2026-04-13T13:20:48Z</dcterms:modified>
</cp:coreProperties>
</file>